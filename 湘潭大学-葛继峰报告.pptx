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317" r:id="rId3"/>
    <p:sldId id="4360" r:id="rId4"/>
    <p:sldId id="4543" r:id="rId5"/>
    <p:sldId id="4541" r:id="rId6"/>
    <p:sldId id="4554" r:id="rId7"/>
    <p:sldId id="4555" r:id="rId8"/>
    <p:sldId id="4544" r:id="rId9"/>
    <p:sldId id="4538" r:id="rId10"/>
    <p:sldId id="4545" r:id="rId11"/>
    <p:sldId id="4556" r:id="rId12"/>
    <p:sldId id="4549" r:id="rId13"/>
    <p:sldId id="4362" r:id="rId14"/>
    <p:sldId id="4364" r:id="rId15"/>
    <p:sldId id="4542" r:id="rId16"/>
    <p:sldId id="4557" r:id="rId17"/>
    <p:sldId id="4517" r:id="rId18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86188" initials="8" lastIdx="2" clrIdx="0"/>
  <p:cmAuthor id="2" name="Zou" initials="Z" lastIdx="1" clrIdx="1"/>
  <p:cmAuthor id="3" name="ZJ" initials="Z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0000FF"/>
    <a:srgbClr val="0C2BE4"/>
    <a:srgbClr val="5B9BD5"/>
    <a:srgbClr val="FFFFFF"/>
    <a:srgbClr val="004190"/>
    <a:srgbClr val="1300FF"/>
    <a:srgbClr val="0766D4"/>
    <a:srgbClr val="C00100"/>
    <a:srgbClr val="DEE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34A185-7CF6-4A8C-B40D-A4119FD0E197}" v="455" dt="2025-03-29T06:23:43.0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17" autoAdjust="0"/>
    <p:restoredTop sz="94348" autoAdjust="0"/>
  </p:normalViewPr>
  <p:slideViewPr>
    <p:cSldViewPr snapToGrid="0" snapToObjects="1" showGuides="1">
      <p:cViewPr varScale="1">
        <p:scale>
          <a:sx n="70" d="100"/>
          <a:sy n="70" d="100"/>
        </p:scale>
        <p:origin x="315" y="45"/>
      </p:cViewPr>
      <p:guideLst>
        <p:guide orient="horz" pos="7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6" d="100"/>
          <a:sy n="56" d="100"/>
        </p:scale>
        <p:origin x="2586" y="5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继峰 葛" userId="fce97ec0e02ab1c6" providerId="LiveId" clId="{0A0B9CD3-1B6C-4CD4-8138-92EBB4208A27}"/>
    <pc:docChg chg="undo custSel addSld delSld modSld sldOrd modMainMaster modNotesMaster modHandout">
      <pc:chgData name="继峰 葛" userId="fce97ec0e02ab1c6" providerId="LiveId" clId="{0A0B9CD3-1B6C-4CD4-8138-92EBB4208A27}" dt="2024-09-25T23:41:46.893" v="2602" actId="20577"/>
      <pc:docMkLst>
        <pc:docMk/>
      </pc:docMkLst>
      <pc:sldChg chg="modSp mod modNotes">
        <pc:chgData name="继峰 葛" userId="fce97ec0e02ab1c6" providerId="LiveId" clId="{0A0B9CD3-1B6C-4CD4-8138-92EBB4208A27}" dt="2024-07-24T02:46:47.466" v="364"/>
        <pc:sldMkLst>
          <pc:docMk/>
          <pc:sldMk cId="0" sldId="256"/>
        </pc:sldMkLst>
      </pc:sldChg>
      <pc:sldChg chg="addSp delSp modSp mod modNotes">
        <pc:chgData name="继峰 葛" userId="fce97ec0e02ab1c6" providerId="LiveId" clId="{0A0B9CD3-1B6C-4CD4-8138-92EBB4208A27}" dt="2024-07-24T04:09:13.514" v="1186" actId="1076"/>
        <pc:sldMkLst>
          <pc:docMk/>
          <pc:sldMk cId="0" sldId="317"/>
        </pc:sldMkLst>
      </pc:sldChg>
      <pc:sldChg chg="addSp delSp modSp mod">
        <pc:chgData name="继峰 葛" userId="fce97ec0e02ab1c6" providerId="LiveId" clId="{0A0B9CD3-1B6C-4CD4-8138-92EBB4208A27}" dt="2024-07-24T04:33:19.309" v="1325" actId="11529"/>
        <pc:sldMkLst>
          <pc:docMk/>
          <pc:sldMk cId="0" sldId="365"/>
        </pc:sldMkLst>
      </pc:sldChg>
      <pc:sldChg chg="del">
        <pc:chgData name="继峰 葛" userId="fce97ec0e02ab1c6" providerId="LiveId" clId="{0A0B9CD3-1B6C-4CD4-8138-92EBB4208A27}" dt="2024-07-22T00:12:17.849" v="0" actId="2696"/>
        <pc:sldMkLst>
          <pc:docMk/>
          <pc:sldMk cId="0" sldId="366"/>
        </pc:sldMkLst>
      </pc:sldChg>
      <pc:sldChg chg="del">
        <pc:chgData name="继峰 葛" userId="fce97ec0e02ab1c6" providerId="LiveId" clId="{0A0B9CD3-1B6C-4CD4-8138-92EBB4208A27}" dt="2024-07-24T04:08:12.148" v="1175" actId="2696"/>
        <pc:sldMkLst>
          <pc:docMk/>
          <pc:sldMk cId="0" sldId="3901"/>
        </pc:sldMkLst>
      </pc:sldChg>
      <pc:sldChg chg="addSp delSp modSp mod">
        <pc:chgData name="继峰 葛" userId="fce97ec0e02ab1c6" providerId="LiveId" clId="{0A0B9CD3-1B6C-4CD4-8138-92EBB4208A27}" dt="2024-07-24T03:07:07.350" v="461" actId="20577"/>
        <pc:sldMkLst>
          <pc:docMk/>
          <pc:sldMk cId="0" sldId="4360"/>
        </pc:sldMkLst>
      </pc:sldChg>
      <pc:sldChg chg="addSp delSp modSp mod">
        <pc:chgData name="继峰 葛" userId="fce97ec0e02ab1c6" providerId="LiveId" clId="{0A0B9CD3-1B6C-4CD4-8138-92EBB4208A27}" dt="2024-07-24T03:42:59.002" v="693" actId="1076"/>
        <pc:sldMkLst>
          <pc:docMk/>
          <pc:sldMk cId="0" sldId="4361"/>
        </pc:sldMkLst>
      </pc:sldChg>
      <pc:sldChg chg="modSp mod">
        <pc:chgData name="继峰 葛" userId="fce97ec0e02ab1c6" providerId="LiveId" clId="{0A0B9CD3-1B6C-4CD4-8138-92EBB4208A27}" dt="2024-07-24T04:10:01.469" v="1187" actId="948"/>
        <pc:sldMkLst>
          <pc:docMk/>
          <pc:sldMk cId="0" sldId="4362"/>
        </pc:sldMkLst>
      </pc:sldChg>
      <pc:sldChg chg="addSp delSp modSp mod">
        <pc:chgData name="继峰 葛" userId="fce97ec0e02ab1c6" providerId="LiveId" clId="{0A0B9CD3-1B6C-4CD4-8138-92EBB4208A27}" dt="2024-07-24T04:34:24.927" v="1330" actId="20577"/>
        <pc:sldMkLst>
          <pc:docMk/>
          <pc:sldMk cId="0" sldId="4363"/>
        </pc:sldMkLst>
      </pc:sldChg>
      <pc:sldChg chg="modSp mod">
        <pc:chgData name="继峰 葛" userId="fce97ec0e02ab1c6" providerId="LiveId" clId="{0A0B9CD3-1B6C-4CD4-8138-92EBB4208A27}" dt="2024-07-24T04:07:52.549" v="1174" actId="20577"/>
        <pc:sldMkLst>
          <pc:docMk/>
          <pc:sldMk cId="0" sldId="4364"/>
        </pc:sldMkLst>
      </pc:sldChg>
      <pc:sldChg chg="del">
        <pc:chgData name="继峰 葛" userId="fce97ec0e02ab1c6" providerId="LiveId" clId="{0A0B9CD3-1B6C-4CD4-8138-92EBB4208A27}" dt="2024-07-22T00:12:19.860" v="1" actId="2696"/>
        <pc:sldMkLst>
          <pc:docMk/>
          <pc:sldMk cId="0" sldId="4406"/>
        </pc:sldMkLst>
      </pc:sldChg>
      <pc:sldChg chg="addSp delSp modSp mod">
        <pc:chgData name="继峰 葛" userId="fce97ec0e02ab1c6" providerId="LiveId" clId="{0A0B9CD3-1B6C-4CD4-8138-92EBB4208A27}" dt="2024-07-24T03:17:10.105" v="634" actId="1076"/>
        <pc:sldMkLst>
          <pc:docMk/>
          <pc:sldMk cId="4263307353" sldId="4538"/>
        </pc:sldMkLst>
      </pc:sldChg>
      <pc:sldChg chg="addSp delSp modSp mod">
        <pc:chgData name="继峰 葛" userId="fce97ec0e02ab1c6" providerId="LiveId" clId="{0A0B9CD3-1B6C-4CD4-8138-92EBB4208A27}" dt="2024-07-24T04:19:00.029" v="1303" actId="1076"/>
        <pc:sldMkLst>
          <pc:docMk/>
          <pc:sldMk cId="64292075" sldId="4539"/>
        </pc:sldMkLst>
      </pc:sldChg>
      <pc:sldChg chg="modSp del mod">
        <pc:chgData name="继峰 葛" userId="fce97ec0e02ab1c6" providerId="LiveId" clId="{0A0B9CD3-1B6C-4CD4-8138-92EBB4208A27}" dt="2024-07-24T03:50:53.584" v="831" actId="2696"/>
        <pc:sldMkLst>
          <pc:docMk/>
          <pc:sldMk cId="1873276670" sldId="4540"/>
        </pc:sldMkLst>
      </pc:sldChg>
      <pc:sldChg chg="modSp add mod">
        <pc:chgData name="继峰 葛" userId="fce97ec0e02ab1c6" providerId="LiveId" clId="{0A0B9CD3-1B6C-4CD4-8138-92EBB4208A27}" dt="2024-07-24T03:47:19.722" v="695" actId="20577"/>
        <pc:sldMkLst>
          <pc:docMk/>
          <pc:sldMk cId="1234535789" sldId="4541"/>
        </pc:sldMkLst>
      </pc:sldChg>
      <pc:sldChg chg="add">
        <pc:chgData name="继峰 葛" userId="fce97ec0e02ab1c6" providerId="LiveId" clId="{0A0B9CD3-1B6C-4CD4-8138-92EBB4208A27}" dt="2024-07-24T02:43:42.552" v="358"/>
        <pc:sldMkLst>
          <pc:docMk/>
          <pc:sldMk cId="2938230760" sldId="4542"/>
        </pc:sldMkLst>
      </pc:sldChg>
      <pc:sldChg chg="add del">
        <pc:chgData name="继峰 葛" userId="fce97ec0e02ab1c6" providerId="LiveId" clId="{0A0B9CD3-1B6C-4CD4-8138-92EBB4208A27}" dt="2024-07-24T02:46:49.663" v="365"/>
        <pc:sldMkLst>
          <pc:docMk/>
          <pc:sldMk cId="1394671577" sldId="4543"/>
        </pc:sldMkLst>
      </pc:sldChg>
      <pc:sldChg chg="addSp delSp modSp add mod">
        <pc:chgData name="继峰 葛" userId="fce97ec0e02ab1c6" providerId="LiveId" clId="{0A0B9CD3-1B6C-4CD4-8138-92EBB4208A27}" dt="2024-07-24T02:58:16.919" v="381" actId="1076"/>
        <pc:sldMkLst>
          <pc:docMk/>
          <pc:sldMk cId="3515499256" sldId="4543"/>
        </pc:sldMkLst>
      </pc:sldChg>
      <pc:sldChg chg="add del">
        <pc:chgData name="继峰 葛" userId="fce97ec0e02ab1c6" providerId="LiveId" clId="{0A0B9CD3-1B6C-4CD4-8138-92EBB4208A27}" dt="2024-07-24T02:57:59.116" v="379"/>
        <pc:sldMkLst>
          <pc:docMk/>
          <pc:sldMk cId="2358085349" sldId="4544"/>
        </pc:sldMkLst>
      </pc:sldChg>
      <pc:sldChg chg="addSp delSp modSp add mod">
        <pc:chgData name="继峰 葛" userId="fce97ec0e02ab1c6" providerId="LiveId" clId="{0A0B9CD3-1B6C-4CD4-8138-92EBB4208A27}" dt="2024-07-24T04:25:52.692" v="1311" actId="20577"/>
        <pc:sldMkLst>
          <pc:docMk/>
          <pc:sldMk cId="2965536834" sldId="4544"/>
        </pc:sldMkLst>
      </pc:sldChg>
      <pc:sldChg chg="addSp delSp modSp add mod">
        <pc:chgData name="继峰 葛" userId="fce97ec0e02ab1c6" providerId="LiveId" clId="{0A0B9CD3-1B6C-4CD4-8138-92EBB4208A27}" dt="2024-07-24T03:18:20.596" v="656" actId="22"/>
        <pc:sldMkLst>
          <pc:docMk/>
          <pc:sldMk cId="3372662043" sldId="4545"/>
        </pc:sldMkLst>
      </pc:sldChg>
      <pc:sldChg chg="addSp delSp modSp add mod">
        <pc:chgData name="继峰 葛" userId="fce97ec0e02ab1c6" providerId="LiveId" clId="{0A0B9CD3-1B6C-4CD4-8138-92EBB4208A27}" dt="2024-07-24T04:17:23.630" v="1282" actId="1076"/>
        <pc:sldMkLst>
          <pc:docMk/>
          <pc:sldMk cId="92973021" sldId="4546"/>
        </pc:sldMkLst>
      </pc:sldChg>
      <pc:sldChg chg="add del">
        <pc:chgData name="继峰 葛" userId="fce97ec0e02ab1c6" providerId="LiveId" clId="{0A0B9CD3-1B6C-4CD4-8138-92EBB4208A27}" dt="2024-07-24T03:18:02.496" v="655"/>
        <pc:sldMkLst>
          <pc:docMk/>
          <pc:sldMk cId="1964352520" sldId="4546"/>
        </pc:sldMkLst>
      </pc:sldChg>
      <pc:sldChg chg="addSp delSp modSp add mod">
        <pc:chgData name="继峰 葛" userId="fce97ec0e02ab1c6" providerId="LiveId" clId="{0A0B9CD3-1B6C-4CD4-8138-92EBB4208A27}" dt="2024-07-24T04:00:20.789" v="1079" actId="1076"/>
        <pc:sldMkLst>
          <pc:docMk/>
          <pc:sldMk cId="2314445567" sldId="4547"/>
        </pc:sldMkLst>
      </pc:sldChg>
      <pc:sldChg chg="add del">
        <pc:chgData name="继峰 葛" userId="fce97ec0e02ab1c6" providerId="LiveId" clId="{0A0B9CD3-1B6C-4CD4-8138-92EBB4208A27}" dt="2024-07-24T03:55:43.717" v="869"/>
        <pc:sldMkLst>
          <pc:docMk/>
          <pc:sldMk cId="684235166" sldId="4548"/>
        </pc:sldMkLst>
      </pc:sldChg>
      <pc:sldChg chg="addSp delSp modSp add mod">
        <pc:chgData name="继峰 葛" userId="fce97ec0e02ab1c6" providerId="LiveId" clId="{0A0B9CD3-1B6C-4CD4-8138-92EBB4208A27}" dt="2024-07-24T04:05:46.665" v="1165" actId="1076"/>
        <pc:sldMkLst>
          <pc:docMk/>
          <pc:sldMk cId="2313109913" sldId="4548"/>
        </pc:sldMkLst>
      </pc:sldChg>
      <pc:sldChg chg="addSp delSp modSp add mod ord">
        <pc:chgData name="继峰 葛" userId="fce97ec0e02ab1c6" providerId="LiveId" clId="{0A0B9CD3-1B6C-4CD4-8138-92EBB4208A27}" dt="2024-07-24T04:15:50.913" v="1256"/>
        <pc:sldMkLst>
          <pc:docMk/>
          <pc:sldMk cId="4154661988" sldId="4549"/>
        </pc:sldMkLst>
      </pc:sldChg>
      <pc:sldChg chg="addSp delSp modSp add mod">
        <pc:chgData name="继峰 葛" userId="fce97ec0e02ab1c6" providerId="LiveId" clId="{0A0B9CD3-1B6C-4CD4-8138-92EBB4208A27}" dt="2024-07-24T04:52:04.674" v="1454" actId="20577"/>
        <pc:sldMkLst>
          <pc:docMk/>
          <pc:sldMk cId="4223181947" sldId="4550"/>
        </pc:sldMkLst>
      </pc:sldChg>
      <pc:sldChg chg="addSp delSp modSp add mod">
        <pc:chgData name="继峰 葛" userId="fce97ec0e02ab1c6" providerId="LiveId" clId="{0A0B9CD3-1B6C-4CD4-8138-92EBB4208A27}" dt="2024-09-25T22:59:38.245" v="1981" actId="20577"/>
        <pc:sldMkLst>
          <pc:docMk/>
          <pc:sldMk cId="1222030055" sldId="4551"/>
        </pc:sldMkLst>
      </pc:sldChg>
      <pc:sldChg chg="addSp delSp modSp add mod">
        <pc:chgData name="继峰 葛" userId="fce97ec0e02ab1c6" providerId="LiveId" clId="{0A0B9CD3-1B6C-4CD4-8138-92EBB4208A27}" dt="2024-09-25T23:09:13.570" v="2334" actId="20577"/>
        <pc:sldMkLst>
          <pc:docMk/>
          <pc:sldMk cId="1352750878" sldId="4552"/>
        </pc:sldMkLst>
      </pc:sldChg>
      <pc:sldChg chg="addSp delSp modSp add mod">
        <pc:chgData name="继峰 葛" userId="fce97ec0e02ab1c6" providerId="LiveId" clId="{0A0B9CD3-1B6C-4CD4-8138-92EBB4208A27}" dt="2024-09-25T23:41:46.893" v="2602" actId="20577"/>
        <pc:sldMkLst>
          <pc:docMk/>
          <pc:sldMk cId="3170515319" sldId="4553"/>
        </pc:sldMkLst>
      </pc:sldChg>
      <pc:sldMasterChg chg="modSldLayout">
        <pc:chgData name="继峰 葛" userId="fce97ec0e02ab1c6" providerId="LiveId" clId="{0A0B9CD3-1B6C-4CD4-8138-92EBB4208A27}" dt="2024-07-24T04:33:52.143" v="1329" actId="20577"/>
        <pc:sldMasterMkLst>
          <pc:docMk/>
          <pc:sldMasterMk cId="0" sldId="2147483648"/>
        </pc:sldMasterMkLst>
        <pc:sldLayoutChg chg="modSp mod">
          <pc:chgData name="继峰 葛" userId="fce97ec0e02ab1c6" providerId="LiveId" clId="{0A0B9CD3-1B6C-4CD4-8138-92EBB4208A27}" dt="2024-07-24T04:33:52.143" v="1329" actId="20577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继峰 葛" userId="fce97ec0e02ab1c6" providerId="LiveId" clId="{A934A185-7CF6-4A8C-B40D-A4119FD0E197}"/>
    <pc:docChg chg="undo custSel addSld delSld modSld sldOrd">
      <pc:chgData name="继峰 葛" userId="fce97ec0e02ab1c6" providerId="LiveId" clId="{A934A185-7CF6-4A8C-B40D-A4119FD0E197}" dt="2025-03-29T06:27:26.121" v="2063" actId="2696"/>
      <pc:docMkLst>
        <pc:docMk/>
      </pc:docMkLst>
      <pc:sldChg chg="modSp mod">
        <pc:chgData name="继峰 葛" userId="fce97ec0e02ab1c6" providerId="LiveId" clId="{A934A185-7CF6-4A8C-B40D-A4119FD0E197}" dt="2025-03-29T02:03:51.422" v="4" actId="20577"/>
        <pc:sldMkLst>
          <pc:docMk/>
          <pc:sldMk cId="0" sldId="256"/>
        </pc:sldMkLst>
        <pc:spChg chg="mod">
          <ac:chgData name="继峰 葛" userId="fce97ec0e02ab1c6" providerId="LiveId" clId="{A934A185-7CF6-4A8C-B40D-A4119FD0E197}" dt="2025-03-29T02:03:51.422" v="4" actId="20577"/>
          <ac:spMkLst>
            <pc:docMk/>
            <pc:sldMk cId="0" sldId="256"/>
            <ac:spMk id="2" creationId="{00000000-0000-0000-0000-000000000000}"/>
          </ac:spMkLst>
        </pc:spChg>
      </pc:sldChg>
      <pc:sldChg chg="add del">
        <pc:chgData name="继峰 葛" userId="fce97ec0e02ab1c6" providerId="LiveId" clId="{A934A185-7CF6-4A8C-B40D-A4119FD0E197}" dt="2025-03-29T06:27:26.121" v="2063" actId="2696"/>
        <pc:sldMkLst>
          <pc:docMk/>
          <pc:sldMk cId="2058976225" sldId="258"/>
        </pc:sldMkLst>
      </pc:sldChg>
      <pc:sldChg chg="modSp mod">
        <pc:chgData name="继峰 葛" userId="fce97ec0e02ab1c6" providerId="LiveId" clId="{A934A185-7CF6-4A8C-B40D-A4119FD0E197}" dt="2025-03-29T05:55:22.267" v="1282" actId="20577"/>
        <pc:sldMkLst>
          <pc:docMk/>
          <pc:sldMk cId="0" sldId="317"/>
        </pc:sldMkLst>
        <pc:spChg chg="mod">
          <ac:chgData name="继峰 葛" userId="fce97ec0e02ab1c6" providerId="LiveId" clId="{A934A185-7CF6-4A8C-B40D-A4119FD0E197}" dt="2025-03-29T05:54:48.435" v="1267"/>
          <ac:spMkLst>
            <pc:docMk/>
            <pc:sldMk cId="0" sldId="317"/>
            <ac:spMk id="8" creationId="{D0E5E861-D05B-C1A3-A4CA-9C764EDCA600}"/>
          </ac:spMkLst>
        </pc:spChg>
        <pc:spChg chg="mod">
          <ac:chgData name="继峰 葛" userId="fce97ec0e02ab1c6" providerId="LiveId" clId="{A934A185-7CF6-4A8C-B40D-A4119FD0E197}" dt="2025-03-29T05:55:07.366" v="1268"/>
          <ac:spMkLst>
            <pc:docMk/>
            <pc:sldMk cId="0" sldId="317"/>
            <ac:spMk id="21" creationId="{00000000-0000-0000-0000-000000000000}"/>
          </ac:spMkLst>
        </pc:spChg>
        <pc:spChg chg="mod">
          <ac:chgData name="继峰 葛" userId="fce97ec0e02ab1c6" providerId="LiveId" clId="{A934A185-7CF6-4A8C-B40D-A4119FD0E197}" dt="2025-03-29T05:55:22.267" v="1282" actId="20577"/>
          <ac:spMkLst>
            <pc:docMk/>
            <pc:sldMk cId="0" sldId="317"/>
            <ac:spMk id="22" creationId="{00000000-0000-0000-0000-000000000000}"/>
          </ac:spMkLst>
        </pc:spChg>
      </pc:sldChg>
      <pc:sldChg chg="del">
        <pc:chgData name="继峰 葛" userId="fce97ec0e02ab1c6" providerId="LiveId" clId="{A934A185-7CF6-4A8C-B40D-A4119FD0E197}" dt="2025-03-29T05:33:36.445" v="1001" actId="2696"/>
        <pc:sldMkLst>
          <pc:docMk/>
          <pc:sldMk cId="0" sldId="365"/>
        </pc:sldMkLst>
      </pc:sldChg>
      <pc:sldChg chg="addSp modSp mod">
        <pc:chgData name="继峰 葛" userId="fce97ec0e02ab1c6" providerId="LiveId" clId="{A934A185-7CF6-4A8C-B40D-A4119FD0E197}" dt="2025-03-29T03:09:23.640" v="224" actId="1076"/>
        <pc:sldMkLst>
          <pc:docMk/>
          <pc:sldMk cId="0" sldId="4360"/>
        </pc:sldMkLst>
        <pc:spChg chg="mod">
          <ac:chgData name="继峰 葛" userId="fce97ec0e02ab1c6" providerId="LiveId" clId="{A934A185-7CF6-4A8C-B40D-A4119FD0E197}" dt="2025-03-29T02:47:18.652" v="22" actId="20577"/>
          <ac:spMkLst>
            <pc:docMk/>
            <pc:sldMk cId="0" sldId="4360"/>
            <ac:spMk id="3" creationId="{00000000-0000-0000-0000-000000000000}"/>
          </ac:spMkLst>
        </pc:spChg>
        <pc:spChg chg="mod">
          <ac:chgData name="继峰 葛" userId="fce97ec0e02ab1c6" providerId="LiveId" clId="{A934A185-7CF6-4A8C-B40D-A4119FD0E197}" dt="2025-03-29T02:57:08.492" v="31" actId="1076"/>
          <ac:spMkLst>
            <pc:docMk/>
            <pc:sldMk cId="0" sldId="4360"/>
            <ac:spMk id="10" creationId="{755EE25A-54DB-BB78-1235-D71DFD1EE1CF}"/>
          </ac:spMkLst>
        </pc:spChg>
        <pc:spChg chg="add mod">
          <ac:chgData name="继峰 葛" userId="fce97ec0e02ab1c6" providerId="LiveId" clId="{A934A185-7CF6-4A8C-B40D-A4119FD0E197}" dt="2025-03-29T03:01:45.581" v="223" actId="1076"/>
          <ac:spMkLst>
            <pc:docMk/>
            <pc:sldMk cId="0" sldId="4360"/>
            <ac:spMk id="11" creationId="{57CA4898-575D-02D5-A3AE-0C41ABCFCBDD}"/>
          </ac:spMkLst>
        </pc:spChg>
        <pc:picChg chg="add mod">
          <ac:chgData name="继峰 葛" userId="fce97ec0e02ab1c6" providerId="LiveId" clId="{A934A185-7CF6-4A8C-B40D-A4119FD0E197}" dt="2025-03-29T02:57:16.269" v="33" actId="1076"/>
          <ac:picMkLst>
            <pc:docMk/>
            <pc:sldMk cId="0" sldId="4360"/>
            <ac:picMk id="4" creationId="{823898C5-F590-C20E-C3DB-600F09C0E033}"/>
          </ac:picMkLst>
        </pc:picChg>
        <pc:picChg chg="mod">
          <ac:chgData name="继峰 葛" userId="fce97ec0e02ab1c6" providerId="LiveId" clId="{A934A185-7CF6-4A8C-B40D-A4119FD0E197}" dt="2025-03-29T03:09:23.640" v="224" actId="1076"/>
          <ac:picMkLst>
            <pc:docMk/>
            <pc:sldMk cId="0" sldId="4360"/>
            <ac:picMk id="8" creationId="{474272BD-51FB-F2B7-2CE2-A9F28A8E5CFD}"/>
          </ac:picMkLst>
        </pc:picChg>
        <pc:cxnChg chg="add mod">
          <ac:chgData name="继峰 葛" userId="fce97ec0e02ab1c6" providerId="LiveId" clId="{A934A185-7CF6-4A8C-B40D-A4119FD0E197}" dt="2025-03-29T02:57:46.870" v="38" actId="14100"/>
          <ac:cxnSpMkLst>
            <pc:docMk/>
            <pc:sldMk cId="0" sldId="4360"/>
            <ac:cxnSpMk id="6" creationId="{444148FB-8F3D-D00C-B207-F8C01764B376}"/>
          </ac:cxnSpMkLst>
        </pc:cxnChg>
      </pc:sldChg>
      <pc:sldChg chg="del">
        <pc:chgData name="继峰 葛" userId="fce97ec0e02ab1c6" providerId="LiveId" clId="{A934A185-7CF6-4A8C-B40D-A4119FD0E197}" dt="2025-03-29T05:32:10.169" v="997" actId="2696"/>
        <pc:sldMkLst>
          <pc:docMk/>
          <pc:sldMk cId="0" sldId="4361"/>
        </pc:sldMkLst>
      </pc:sldChg>
      <pc:sldChg chg="delSp modSp mod">
        <pc:chgData name="继峰 葛" userId="fce97ec0e02ab1c6" providerId="LiveId" clId="{A934A185-7CF6-4A8C-B40D-A4119FD0E197}" dt="2025-03-29T05:53:18.314" v="1264" actId="1076"/>
        <pc:sldMkLst>
          <pc:docMk/>
          <pc:sldMk cId="0" sldId="4362"/>
        </pc:sldMkLst>
        <pc:spChg chg="mod">
          <ac:chgData name="继峰 葛" userId="fce97ec0e02ab1c6" providerId="LiveId" clId="{A934A185-7CF6-4A8C-B40D-A4119FD0E197}" dt="2025-03-29T05:44:51.088" v="1232" actId="20577"/>
          <ac:spMkLst>
            <pc:docMk/>
            <pc:sldMk cId="0" sldId="4362"/>
            <ac:spMk id="2" creationId="{6FE5776A-B5EB-6064-86C7-4EB8B1D71382}"/>
          </ac:spMkLst>
        </pc:spChg>
        <pc:spChg chg="mod">
          <ac:chgData name="继峰 葛" userId="fce97ec0e02ab1c6" providerId="LiveId" clId="{A934A185-7CF6-4A8C-B40D-A4119FD0E197}" dt="2025-03-29T05:42:31.477" v="1111"/>
          <ac:spMkLst>
            <pc:docMk/>
            <pc:sldMk cId="0" sldId="4362"/>
            <ac:spMk id="3" creationId="{00000000-0000-0000-0000-000000000000}"/>
          </ac:spMkLst>
        </pc:spChg>
        <pc:picChg chg="mod">
          <ac:chgData name="继峰 葛" userId="fce97ec0e02ab1c6" providerId="LiveId" clId="{A934A185-7CF6-4A8C-B40D-A4119FD0E197}" dt="2025-03-29T05:53:18.314" v="1264" actId="1076"/>
          <ac:picMkLst>
            <pc:docMk/>
            <pc:sldMk cId="0" sldId="4362"/>
            <ac:picMk id="16" creationId="{51D59AFE-E729-DFAC-B3FE-4C9F7929A68B}"/>
          </ac:picMkLst>
        </pc:picChg>
        <pc:picChg chg="del">
          <ac:chgData name="继峰 葛" userId="fce97ec0e02ab1c6" providerId="LiveId" clId="{A934A185-7CF6-4A8C-B40D-A4119FD0E197}" dt="2025-03-29T05:43:22.412" v="1194" actId="478"/>
          <ac:picMkLst>
            <pc:docMk/>
            <pc:sldMk cId="0" sldId="4362"/>
            <ac:picMk id="20" creationId="{8F1DE2B5-5AF6-987E-203B-B8D4D699C94C}"/>
          </ac:picMkLst>
        </pc:picChg>
      </pc:sldChg>
      <pc:sldChg chg="del">
        <pc:chgData name="继峰 葛" userId="fce97ec0e02ab1c6" providerId="LiveId" clId="{A934A185-7CF6-4A8C-B40D-A4119FD0E197}" dt="2025-03-29T05:32:57.220" v="998" actId="2696"/>
        <pc:sldMkLst>
          <pc:docMk/>
          <pc:sldMk cId="0" sldId="4363"/>
        </pc:sldMkLst>
      </pc:sldChg>
      <pc:sldChg chg="addSp modSp mod">
        <pc:chgData name="继峰 葛" userId="fce97ec0e02ab1c6" providerId="LiveId" clId="{A934A185-7CF6-4A8C-B40D-A4119FD0E197}" dt="2025-03-29T06:06:51.593" v="1896" actId="1076"/>
        <pc:sldMkLst>
          <pc:docMk/>
          <pc:sldMk cId="0" sldId="4364"/>
        </pc:sldMkLst>
        <pc:spChg chg="mod">
          <ac:chgData name="继峰 葛" userId="fce97ec0e02ab1c6" providerId="LiveId" clId="{A934A185-7CF6-4A8C-B40D-A4119FD0E197}" dt="2025-03-29T05:46:39.397" v="1235" actId="1076"/>
          <ac:spMkLst>
            <pc:docMk/>
            <pc:sldMk cId="0" sldId="4364"/>
            <ac:spMk id="6" creationId="{4330CF61-B27C-2690-99A2-87CE03771F4B}"/>
          </ac:spMkLst>
        </pc:spChg>
        <pc:picChg chg="add mod">
          <ac:chgData name="继峰 葛" userId="fce97ec0e02ab1c6" providerId="LiveId" clId="{A934A185-7CF6-4A8C-B40D-A4119FD0E197}" dt="2025-03-29T06:06:51.593" v="1896" actId="1076"/>
          <ac:picMkLst>
            <pc:docMk/>
            <pc:sldMk cId="0" sldId="4364"/>
            <ac:picMk id="2" creationId="{81989F77-D9BA-08B0-FCFD-7825E4674CAE}"/>
          </ac:picMkLst>
        </pc:picChg>
        <pc:picChg chg="mod">
          <ac:chgData name="继峰 葛" userId="fce97ec0e02ab1c6" providerId="LiveId" clId="{A934A185-7CF6-4A8C-B40D-A4119FD0E197}" dt="2025-03-29T06:06:48.494" v="1895" actId="1076"/>
          <ac:picMkLst>
            <pc:docMk/>
            <pc:sldMk cId="0" sldId="4364"/>
            <ac:picMk id="10" creationId="{436425BC-3E87-7BAF-4FBD-D3257E1F281C}"/>
          </ac:picMkLst>
        </pc:picChg>
      </pc:sldChg>
      <pc:sldChg chg="addSp modSp mod">
        <pc:chgData name="继峰 葛" userId="fce97ec0e02ab1c6" providerId="LiveId" clId="{A934A185-7CF6-4A8C-B40D-A4119FD0E197}" dt="2025-03-29T05:52:53" v="1263" actId="1076"/>
        <pc:sldMkLst>
          <pc:docMk/>
          <pc:sldMk cId="4263307353" sldId="4538"/>
        </pc:sldMkLst>
        <pc:spChg chg="add mod">
          <ac:chgData name="继峰 葛" userId="fce97ec0e02ab1c6" providerId="LiveId" clId="{A934A185-7CF6-4A8C-B40D-A4119FD0E197}" dt="2025-03-29T05:30:48.512" v="976" actId="1076"/>
          <ac:spMkLst>
            <pc:docMk/>
            <pc:sldMk cId="4263307353" sldId="4538"/>
            <ac:spMk id="2" creationId="{AAB964E2-A2EB-26C2-8900-E07B3EA4EDCA}"/>
          </ac:spMkLst>
        </pc:spChg>
        <pc:spChg chg="mod">
          <ac:chgData name="继峰 葛" userId="fce97ec0e02ab1c6" providerId="LiveId" clId="{A934A185-7CF6-4A8C-B40D-A4119FD0E197}" dt="2025-03-29T05:29:53.753" v="954" actId="1076"/>
          <ac:spMkLst>
            <pc:docMk/>
            <pc:sldMk cId="4263307353" sldId="4538"/>
            <ac:spMk id="6" creationId="{32DE63A3-ECE4-A186-EABC-BF972AE3041B}"/>
          </ac:spMkLst>
        </pc:spChg>
        <pc:spChg chg="mod">
          <ac:chgData name="继峰 葛" userId="fce97ec0e02ab1c6" providerId="LiveId" clId="{A934A185-7CF6-4A8C-B40D-A4119FD0E197}" dt="2025-03-29T05:30:03.240" v="958" actId="1076"/>
          <ac:spMkLst>
            <pc:docMk/>
            <pc:sldMk cId="4263307353" sldId="4538"/>
            <ac:spMk id="11" creationId="{7D830410-5F6C-AA8B-AA72-ED78DF514606}"/>
          </ac:spMkLst>
        </pc:spChg>
        <pc:spChg chg="add mod">
          <ac:chgData name="继峰 葛" userId="fce97ec0e02ab1c6" providerId="LiveId" clId="{A934A185-7CF6-4A8C-B40D-A4119FD0E197}" dt="2025-03-29T05:52:51.455" v="1262" actId="1076"/>
          <ac:spMkLst>
            <pc:docMk/>
            <pc:sldMk cId="4263307353" sldId="4538"/>
            <ac:spMk id="13" creationId="{DFBB16C5-7459-A600-3043-C39BC8BF71C6}"/>
          </ac:spMkLst>
        </pc:spChg>
        <pc:picChg chg="mod">
          <ac:chgData name="继峰 葛" userId="fce97ec0e02ab1c6" providerId="LiveId" clId="{A934A185-7CF6-4A8C-B40D-A4119FD0E197}" dt="2025-03-29T05:29:58.522" v="956" actId="1076"/>
          <ac:picMkLst>
            <pc:docMk/>
            <pc:sldMk cId="4263307353" sldId="4538"/>
            <ac:picMk id="5" creationId="{755BE614-1B57-6D5E-9D8B-70D6B104CB43}"/>
          </ac:picMkLst>
        </pc:picChg>
        <pc:picChg chg="add mod">
          <ac:chgData name="继峰 葛" userId="fce97ec0e02ab1c6" providerId="LiveId" clId="{A934A185-7CF6-4A8C-B40D-A4119FD0E197}" dt="2025-03-29T05:52:09.666" v="1241" actId="1076"/>
          <ac:picMkLst>
            <pc:docMk/>
            <pc:sldMk cId="4263307353" sldId="4538"/>
            <ac:picMk id="8" creationId="{4E06FD0A-1AF8-8B55-C320-24A3394E63C4}"/>
          </ac:picMkLst>
        </pc:picChg>
        <pc:picChg chg="mod">
          <ac:chgData name="继峰 葛" userId="fce97ec0e02ab1c6" providerId="LiveId" clId="{A934A185-7CF6-4A8C-B40D-A4119FD0E197}" dt="2025-03-29T05:30:01.088" v="957" actId="1076"/>
          <ac:picMkLst>
            <pc:docMk/>
            <pc:sldMk cId="4263307353" sldId="4538"/>
            <ac:picMk id="10" creationId="{C1E75FBF-B7AC-2A8E-18C0-B1A0547FD39B}"/>
          </ac:picMkLst>
        </pc:picChg>
        <pc:picChg chg="add mod">
          <ac:chgData name="继峰 葛" userId="fce97ec0e02ab1c6" providerId="LiveId" clId="{A934A185-7CF6-4A8C-B40D-A4119FD0E197}" dt="2025-03-29T05:52:53" v="1263" actId="1076"/>
          <ac:picMkLst>
            <pc:docMk/>
            <pc:sldMk cId="4263307353" sldId="4538"/>
            <ac:picMk id="12" creationId="{92939A0D-A1F2-1FF0-294F-52433D8D1CE5}"/>
          </ac:picMkLst>
        </pc:picChg>
      </pc:sldChg>
      <pc:sldChg chg="del">
        <pc:chgData name="继峰 葛" userId="fce97ec0e02ab1c6" providerId="LiveId" clId="{A934A185-7CF6-4A8C-B40D-A4119FD0E197}" dt="2025-03-29T05:54:24.503" v="1266" actId="2696"/>
        <pc:sldMkLst>
          <pc:docMk/>
          <pc:sldMk cId="64292075" sldId="4539"/>
        </pc:sldMkLst>
      </pc:sldChg>
      <pc:sldChg chg="addSp delSp modSp mod chgLayout">
        <pc:chgData name="继峰 葛" userId="fce97ec0e02ab1c6" providerId="LiveId" clId="{A934A185-7CF6-4A8C-B40D-A4119FD0E197}" dt="2025-03-29T06:18:00.124" v="2010" actId="1076"/>
        <pc:sldMkLst>
          <pc:docMk/>
          <pc:sldMk cId="1234535789" sldId="4541"/>
        </pc:sldMkLst>
        <pc:spChg chg="mod">
          <ac:chgData name="继峰 葛" userId="fce97ec0e02ab1c6" providerId="LiveId" clId="{A934A185-7CF6-4A8C-B40D-A4119FD0E197}" dt="2025-03-29T03:11:32.300" v="231" actId="108"/>
          <ac:spMkLst>
            <pc:docMk/>
            <pc:sldMk cId="1234535789" sldId="4541"/>
            <ac:spMk id="3" creationId="{00000000-0000-0000-0000-000000000000}"/>
          </ac:spMkLst>
        </pc:spChg>
        <pc:spChg chg="mod">
          <ac:chgData name="继峰 葛" userId="fce97ec0e02ab1c6" providerId="LiveId" clId="{A934A185-7CF6-4A8C-B40D-A4119FD0E197}" dt="2025-03-29T03:18:28.974" v="392" actId="1076"/>
          <ac:spMkLst>
            <pc:docMk/>
            <pc:sldMk cId="1234535789" sldId="4541"/>
            <ac:spMk id="4" creationId="{00000000-0000-0000-0000-000000000000}"/>
          </ac:spMkLst>
        </pc:spChg>
        <pc:spChg chg="add mod">
          <ac:chgData name="继峰 葛" userId="fce97ec0e02ab1c6" providerId="LiveId" clId="{A934A185-7CF6-4A8C-B40D-A4119FD0E197}" dt="2025-03-29T03:20:44.932" v="518" actId="1076"/>
          <ac:spMkLst>
            <pc:docMk/>
            <pc:sldMk cId="1234535789" sldId="4541"/>
            <ac:spMk id="10" creationId="{69FB97D2-6EE7-E0C7-8BF2-99352AEDF354}"/>
          </ac:spMkLst>
        </pc:spChg>
        <pc:spChg chg="add del mod ord">
          <ac:chgData name="继峰 葛" userId="fce97ec0e02ab1c6" providerId="LiveId" clId="{A934A185-7CF6-4A8C-B40D-A4119FD0E197}" dt="2025-03-29T06:10:25.272" v="1900" actId="700"/>
          <ac:spMkLst>
            <pc:docMk/>
            <pc:sldMk cId="1234535789" sldId="4541"/>
            <ac:spMk id="15" creationId="{15A2AA2D-C899-BFD6-4FBA-DDF7107610BC}"/>
          </ac:spMkLst>
        </pc:spChg>
        <pc:spChg chg="add del mod ord">
          <ac:chgData name="继峰 葛" userId="fce97ec0e02ab1c6" providerId="LiveId" clId="{A934A185-7CF6-4A8C-B40D-A4119FD0E197}" dt="2025-03-29T06:10:34.782" v="1902" actId="6264"/>
          <ac:spMkLst>
            <pc:docMk/>
            <pc:sldMk cId="1234535789" sldId="4541"/>
            <ac:spMk id="16" creationId="{56B2F2CF-A134-2B32-B9EA-1A4BEEBF0DD9}"/>
          </ac:spMkLst>
        </pc:spChg>
        <pc:spChg chg="add mod">
          <ac:chgData name="继峰 葛" userId="fce97ec0e02ab1c6" providerId="LiveId" clId="{A934A185-7CF6-4A8C-B40D-A4119FD0E197}" dt="2025-03-29T06:18:00.124" v="2010" actId="1076"/>
          <ac:spMkLst>
            <pc:docMk/>
            <pc:sldMk cId="1234535789" sldId="4541"/>
            <ac:spMk id="17" creationId="{E41EE377-2775-3191-187D-BD47E6EFDD3A}"/>
          </ac:spMkLst>
        </pc:spChg>
        <pc:spChg chg="del mod">
          <ac:chgData name="继峰 葛" userId="fce97ec0e02ab1c6" providerId="LiveId" clId="{A934A185-7CF6-4A8C-B40D-A4119FD0E197}" dt="2025-03-29T03:17:39.202" v="385" actId="478"/>
          <ac:spMkLst>
            <pc:docMk/>
            <pc:sldMk cId="1234535789" sldId="4541"/>
            <ac:spMk id="21" creationId="{51587B67-A1C0-436B-B6BC-F5C3CDD841A2}"/>
          </ac:spMkLst>
        </pc:spChg>
        <pc:picChg chg="add mod">
          <ac:chgData name="继峰 葛" userId="fce97ec0e02ab1c6" providerId="LiveId" clId="{A934A185-7CF6-4A8C-B40D-A4119FD0E197}" dt="2025-03-29T03:18:35.350" v="393" actId="1076"/>
          <ac:picMkLst>
            <pc:docMk/>
            <pc:sldMk cId="1234535789" sldId="4541"/>
            <ac:picMk id="5" creationId="{F338AEFD-F782-E480-62D7-09EE62E4B597}"/>
          </ac:picMkLst>
        </pc:picChg>
        <pc:picChg chg="add mod">
          <ac:chgData name="继峰 葛" userId="fce97ec0e02ab1c6" providerId="LiveId" clId="{A934A185-7CF6-4A8C-B40D-A4119FD0E197}" dt="2025-03-29T03:19:13.375" v="400" actId="1076"/>
          <ac:picMkLst>
            <pc:docMk/>
            <pc:sldMk cId="1234535789" sldId="4541"/>
            <ac:picMk id="9" creationId="{9E4DDF7F-1657-38F4-0D03-11C0FB160519}"/>
          </ac:picMkLst>
        </pc:picChg>
        <pc:picChg chg="add mod">
          <ac:chgData name="继峰 葛" userId="fce97ec0e02ab1c6" providerId="LiveId" clId="{A934A185-7CF6-4A8C-B40D-A4119FD0E197}" dt="2025-03-29T06:16:29.244" v="1963" actId="1076"/>
          <ac:picMkLst>
            <pc:docMk/>
            <pc:sldMk cId="1234535789" sldId="4541"/>
            <ac:picMk id="14" creationId="{F8167E12-6A97-A01D-B341-B1DB7041C124}"/>
          </ac:picMkLst>
        </pc:picChg>
        <pc:picChg chg="del">
          <ac:chgData name="继峰 葛" userId="fce97ec0e02ab1c6" providerId="LiveId" clId="{A934A185-7CF6-4A8C-B40D-A4119FD0E197}" dt="2025-03-29T03:17:27.129" v="381" actId="478"/>
          <ac:picMkLst>
            <pc:docMk/>
            <pc:sldMk cId="1234535789" sldId="4541"/>
            <ac:picMk id="19" creationId="{A2C0ABEB-42DE-0EB3-815D-EF9A45C9238D}"/>
          </ac:picMkLst>
        </pc:picChg>
        <pc:picChg chg="del">
          <ac:chgData name="继峰 葛" userId="fce97ec0e02ab1c6" providerId="LiveId" clId="{A934A185-7CF6-4A8C-B40D-A4119FD0E197}" dt="2025-03-29T03:17:40.379" v="386" actId="478"/>
          <ac:picMkLst>
            <pc:docMk/>
            <pc:sldMk cId="1234535789" sldId="4541"/>
            <ac:picMk id="25" creationId="{32ECE359-F96E-8046-75C5-20EC7D056029}"/>
          </ac:picMkLst>
        </pc:picChg>
        <pc:cxnChg chg="add mod">
          <ac:chgData name="继峰 葛" userId="fce97ec0e02ab1c6" providerId="LiveId" clId="{A934A185-7CF6-4A8C-B40D-A4119FD0E197}" dt="2025-03-29T03:19:11.493" v="399" actId="1076"/>
          <ac:cxnSpMkLst>
            <pc:docMk/>
            <pc:sldMk cId="1234535789" sldId="4541"/>
            <ac:cxnSpMk id="7" creationId="{34066BF2-B26C-611E-2A73-D95AC2883826}"/>
          </ac:cxnSpMkLst>
        </pc:cxnChg>
        <pc:cxnChg chg="add mod">
          <ac:chgData name="继峰 葛" userId="fce97ec0e02ab1c6" providerId="LiveId" clId="{A934A185-7CF6-4A8C-B40D-A4119FD0E197}" dt="2025-03-29T03:20:58.339" v="520" actId="17032"/>
          <ac:cxnSpMkLst>
            <pc:docMk/>
            <pc:sldMk cId="1234535789" sldId="4541"/>
            <ac:cxnSpMk id="12" creationId="{6322385E-3860-5F36-2FBB-FD3DEB8B1A6C}"/>
          </ac:cxnSpMkLst>
        </pc:cxnChg>
      </pc:sldChg>
      <pc:sldChg chg="addSp modSp mod">
        <pc:chgData name="继峰 葛" userId="fce97ec0e02ab1c6" providerId="LiveId" clId="{A934A185-7CF6-4A8C-B40D-A4119FD0E197}" dt="2025-03-29T06:06:25.964" v="1892" actId="1076"/>
        <pc:sldMkLst>
          <pc:docMk/>
          <pc:sldMk cId="2938230760" sldId="4542"/>
        </pc:sldMkLst>
        <pc:spChg chg="mod">
          <ac:chgData name="继峰 葛" userId="fce97ec0e02ab1c6" providerId="LiveId" clId="{A934A185-7CF6-4A8C-B40D-A4119FD0E197}" dt="2025-03-29T06:06:10.733" v="1889" actId="14100"/>
          <ac:spMkLst>
            <pc:docMk/>
            <pc:sldMk cId="2938230760" sldId="4542"/>
            <ac:spMk id="11" creationId="{00000000-0000-0000-0000-000000000000}"/>
          </ac:spMkLst>
        </pc:spChg>
        <pc:picChg chg="add mod">
          <ac:chgData name="继峰 葛" userId="fce97ec0e02ab1c6" providerId="LiveId" clId="{A934A185-7CF6-4A8C-B40D-A4119FD0E197}" dt="2025-03-29T06:06:25.964" v="1892" actId="1076"/>
          <ac:picMkLst>
            <pc:docMk/>
            <pc:sldMk cId="2938230760" sldId="4542"/>
            <ac:picMk id="4" creationId="{C0849811-A219-D565-2681-2A1FC1F62666}"/>
          </ac:picMkLst>
        </pc:picChg>
      </pc:sldChg>
      <pc:sldChg chg="addSp modSp mod">
        <pc:chgData name="继峰 葛" userId="fce97ec0e02ab1c6" providerId="LiveId" clId="{A934A185-7CF6-4A8C-B40D-A4119FD0E197}" dt="2025-03-29T03:17:04.830" v="376" actId="1076"/>
        <pc:sldMkLst>
          <pc:docMk/>
          <pc:sldMk cId="3515499256" sldId="4543"/>
        </pc:sldMkLst>
        <pc:spChg chg="add mod">
          <ac:chgData name="继峰 葛" userId="fce97ec0e02ab1c6" providerId="LiveId" clId="{A934A185-7CF6-4A8C-B40D-A4119FD0E197}" dt="2025-03-29T03:17:04.830" v="376" actId="1076"/>
          <ac:spMkLst>
            <pc:docMk/>
            <pc:sldMk cId="3515499256" sldId="4543"/>
            <ac:spMk id="2" creationId="{C58708D5-FF7A-BA40-47D9-B28DE67DF587}"/>
          </ac:spMkLst>
        </pc:spChg>
        <pc:spChg chg="mod">
          <ac:chgData name="继峰 葛" userId="fce97ec0e02ab1c6" providerId="LiveId" clId="{A934A185-7CF6-4A8C-B40D-A4119FD0E197}" dt="2025-03-29T03:16:01.062" v="277" actId="20577"/>
          <ac:spMkLst>
            <pc:docMk/>
            <pc:sldMk cId="3515499256" sldId="4543"/>
            <ac:spMk id="3" creationId="{00000000-0000-0000-0000-000000000000}"/>
          </ac:spMkLst>
        </pc:spChg>
      </pc:sldChg>
      <pc:sldChg chg="addSp delSp modSp mod ord">
        <pc:chgData name="继峰 葛" userId="fce97ec0e02ab1c6" providerId="LiveId" clId="{A934A185-7CF6-4A8C-B40D-A4119FD0E197}" dt="2025-03-29T06:15:57.575" v="1962" actId="20577"/>
        <pc:sldMkLst>
          <pc:docMk/>
          <pc:sldMk cId="2965536834" sldId="4544"/>
        </pc:sldMkLst>
        <pc:spChg chg="mod">
          <ac:chgData name="继峰 葛" userId="fce97ec0e02ab1c6" providerId="LiveId" clId="{A934A185-7CF6-4A8C-B40D-A4119FD0E197}" dt="2025-03-29T03:13:11.215" v="266" actId="20577"/>
          <ac:spMkLst>
            <pc:docMk/>
            <pc:sldMk cId="2965536834" sldId="4544"/>
            <ac:spMk id="3" creationId="{00000000-0000-0000-0000-000000000000}"/>
          </ac:spMkLst>
        </pc:spChg>
        <pc:spChg chg="mod">
          <ac:chgData name="继峰 葛" userId="fce97ec0e02ab1c6" providerId="LiveId" clId="{A934A185-7CF6-4A8C-B40D-A4119FD0E197}" dt="2025-03-29T05:18:18.726" v="704" actId="20577"/>
          <ac:spMkLst>
            <pc:docMk/>
            <pc:sldMk cId="2965536834" sldId="4544"/>
            <ac:spMk id="4" creationId="{00000000-0000-0000-0000-000000000000}"/>
          </ac:spMkLst>
        </pc:spChg>
        <pc:spChg chg="del mod">
          <ac:chgData name="继峰 葛" userId="fce97ec0e02ab1c6" providerId="LiveId" clId="{A934A185-7CF6-4A8C-B40D-A4119FD0E197}" dt="2025-03-29T05:18:21.712" v="705" actId="478"/>
          <ac:spMkLst>
            <pc:docMk/>
            <pc:sldMk cId="2965536834" sldId="4544"/>
            <ac:spMk id="5" creationId="{89E82743-D288-D8C6-565A-3CC861E70C58}"/>
          </ac:spMkLst>
        </pc:spChg>
        <pc:spChg chg="del mod">
          <ac:chgData name="继峰 葛" userId="fce97ec0e02ab1c6" providerId="LiveId" clId="{A934A185-7CF6-4A8C-B40D-A4119FD0E197}" dt="2025-03-29T05:18:24.348" v="707" actId="478"/>
          <ac:spMkLst>
            <pc:docMk/>
            <pc:sldMk cId="2965536834" sldId="4544"/>
            <ac:spMk id="6" creationId="{D7027381-7ABF-02AE-8436-CD2002884C13}"/>
          </ac:spMkLst>
        </pc:spChg>
        <pc:spChg chg="del mod">
          <ac:chgData name="继峰 葛" userId="fce97ec0e02ab1c6" providerId="LiveId" clId="{A934A185-7CF6-4A8C-B40D-A4119FD0E197}" dt="2025-03-29T05:18:23.453" v="706" actId="478"/>
          <ac:spMkLst>
            <pc:docMk/>
            <pc:sldMk cId="2965536834" sldId="4544"/>
            <ac:spMk id="7" creationId="{FB7A97BC-5B95-FC10-E1CE-24DF6F341B5A}"/>
          </ac:spMkLst>
        </pc:spChg>
        <pc:spChg chg="add mod">
          <ac:chgData name="继峰 葛" userId="fce97ec0e02ab1c6" providerId="LiveId" clId="{A934A185-7CF6-4A8C-B40D-A4119FD0E197}" dt="2025-03-29T06:12:49.363" v="1912" actId="1076"/>
          <ac:spMkLst>
            <pc:docMk/>
            <pc:sldMk cId="2965536834" sldId="4544"/>
            <ac:spMk id="10" creationId="{B1909DB9-2004-5D2E-C54D-22F1E8EFE6E3}"/>
          </ac:spMkLst>
        </pc:spChg>
        <pc:spChg chg="add del mod">
          <ac:chgData name="继峰 葛" userId="fce97ec0e02ab1c6" providerId="LiveId" clId="{A934A185-7CF6-4A8C-B40D-A4119FD0E197}" dt="2025-03-29T05:22:13.656" v="752"/>
          <ac:spMkLst>
            <pc:docMk/>
            <pc:sldMk cId="2965536834" sldId="4544"/>
            <ac:spMk id="11" creationId="{D7B4BF7A-222F-9782-F8F7-E9DD062C080F}"/>
          </ac:spMkLst>
        </pc:spChg>
        <pc:spChg chg="add mod">
          <ac:chgData name="继峰 葛" userId="fce97ec0e02ab1c6" providerId="LiveId" clId="{A934A185-7CF6-4A8C-B40D-A4119FD0E197}" dt="2025-03-29T06:15:57.575" v="1962" actId="20577"/>
          <ac:spMkLst>
            <pc:docMk/>
            <pc:sldMk cId="2965536834" sldId="4544"/>
            <ac:spMk id="14" creationId="{EF4E32DB-85EE-178D-D702-8A2DDC848048}"/>
          </ac:spMkLst>
        </pc:spChg>
        <pc:spChg chg="add mod">
          <ac:chgData name="继峰 葛" userId="fce97ec0e02ab1c6" providerId="LiveId" clId="{A934A185-7CF6-4A8C-B40D-A4119FD0E197}" dt="2025-03-29T06:13:00.510" v="1920" actId="20577"/>
          <ac:spMkLst>
            <pc:docMk/>
            <pc:sldMk cId="2965536834" sldId="4544"/>
            <ac:spMk id="17" creationId="{BD43C138-4497-39EA-3B39-95F2F1A28290}"/>
          </ac:spMkLst>
        </pc:spChg>
        <pc:picChg chg="add del mod">
          <ac:chgData name="继峰 葛" userId="fce97ec0e02ab1c6" providerId="LiveId" clId="{A934A185-7CF6-4A8C-B40D-A4119FD0E197}" dt="2025-03-29T05:18:25.068" v="708" actId="478"/>
          <ac:picMkLst>
            <pc:docMk/>
            <pc:sldMk cId="2965536834" sldId="4544"/>
            <ac:picMk id="2" creationId="{FFCD3CE2-2B27-294B-E13D-37BA19BAAADC}"/>
          </ac:picMkLst>
        </pc:picChg>
        <pc:picChg chg="add mod">
          <ac:chgData name="继峰 葛" userId="fce97ec0e02ab1c6" providerId="LiveId" clId="{A934A185-7CF6-4A8C-B40D-A4119FD0E197}" dt="2025-03-29T06:11:54.033" v="1908" actId="1076"/>
          <ac:picMkLst>
            <pc:docMk/>
            <pc:sldMk cId="2965536834" sldId="4544"/>
            <ac:picMk id="9" creationId="{6C344084-52E5-7CB9-F17E-73CB28731C46}"/>
          </ac:picMkLst>
        </pc:picChg>
        <pc:picChg chg="add mod">
          <ac:chgData name="继峰 葛" userId="fce97ec0e02ab1c6" providerId="LiveId" clId="{A934A185-7CF6-4A8C-B40D-A4119FD0E197}" dt="2025-03-29T06:15:18.838" v="1930" actId="1076"/>
          <ac:picMkLst>
            <pc:docMk/>
            <pc:sldMk cId="2965536834" sldId="4544"/>
            <ac:picMk id="13" creationId="{283A89DD-DE17-7D51-6B5B-74CF40287EB1}"/>
          </ac:picMkLst>
        </pc:picChg>
        <pc:picChg chg="add mod">
          <ac:chgData name="继峰 葛" userId="fce97ec0e02ab1c6" providerId="LiveId" clId="{A934A185-7CF6-4A8C-B40D-A4119FD0E197}" dt="2025-03-29T06:12:00.432" v="1910" actId="14100"/>
          <ac:picMkLst>
            <pc:docMk/>
            <pc:sldMk cId="2965536834" sldId="4544"/>
            <ac:picMk id="16" creationId="{D78FAA2E-EBFE-ACC1-6822-01B9BFF5814D}"/>
          </ac:picMkLst>
        </pc:picChg>
        <pc:picChg chg="add del mod">
          <ac:chgData name="继峰 葛" userId="fce97ec0e02ab1c6" providerId="LiveId" clId="{A934A185-7CF6-4A8C-B40D-A4119FD0E197}" dt="2025-03-29T06:14:43.528" v="1926" actId="478"/>
          <ac:picMkLst>
            <pc:docMk/>
            <pc:sldMk cId="2965536834" sldId="4544"/>
            <ac:picMk id="19" creationId="{5AE77F83-32DB-DA6B-90D2-FCCDF916D4CA}"/>
          </ac:picMkLst>
        </pc:picChg>
        <pc:picChg chg="add mod">
          <ac:chgData name="继峰 葛" userId="fce97ec0e02ab1c6" providerId="LiveId" clId="{A934A185-7CF6-4A8C-B40D-A4119FD0E197}" dt="2025-03-29T06:14:35.015" v="1925" actId="1076"/>
          <ac:picMkLst>
            <pc:docMk/>
            <pc:sldMk cId="2965536834" sldId="4544"/>
            <ac:picMk id="21" creationId="{303C8B33-D5F9-2847-D41A-264C6258AAC6}"/>
          </ac:picMkLst>
        </pc:picChg>
        <pc:picChg chg="add mod">
          <ac:chgData name="继峰 葛" userId="fce97ec0e02ab1c6" providerId="LiveId" clId="{A934A185-7CF6-4A8C-B40D-A4119FD0E197}" dt="2025-03-29T06:14:47.217" v="1928" actId="1076"/>
          <ac:picMkLst>
            <pc:docMk/>
            <pc:sldMk cId="2965536834" sldId="4544"/>
            <ac:picMk id="23" creationId="{A5884852-B7EB-C11B-280B-BF819309807A}"/>
          </ac:picMkLst>
        </pc:picChg>
        <pc:cxnChg chg="add mod">
          <ac:chgData name="继峰 葛" userId="fce97ec0e02ab1c6" providerId="LiveId" clId="{A934A185-7CF6-4A8C-B40D-A4119FD0E197}" dt="2025-03-29T06:15:28.670" v="1933" actId="1076"/>
          <ac:cxnSpMkLst>
            <pc:docMk/>
            <pc:sldMk cId="2965536834" sldId="4544"/>
            <ac:cxnSpMk id="25" creationId="{86CEDA1A-B67A-BFAA-77CD-86AB56F77D81}"/>
          </ac:cxnSpMkLst>
        </pc:cxnChg>
      </pc:sldChg>
      <pc:sldChg chg="addSp modSp mod">
        <pc:chgData name="继峰 葛" userId="fce97ec0e02ab1c6" providerId="LiveId" clId="{A934A185-7CF6-4A8C-B40D-A4119FD0E197}" dt="2025-03-29T05:34:00.618" v="1023" actId="20577"/>
        <pc:sldMkLst>
          <pc:docMk/>
          <pc:sldMk cId="3372662043" sldId="4545"/>
        </pc:sldMkLst>
        <pc:spChg chg="add mod">
          <ac:chgData name="继峰 葛" userId="fce97ec0e02ab1c6" providerId="LiveId" clId="{A934A185-7CF6-4A8C-B40D-A4119FD0E197}" dt="2025-03-29T05:31:55.399" v="991" actId="1076"/>
          <ac:spMkLst>
            <pc:docMk/>
            <pc:sldMk cId="3372662043" sldId="4545"/>
            <ac:spMk id="2" creationId="{2E043F96-6016-E457-27A7-262FA6FC5833}"/>
          </ac:spMkLst>
        </pc:spChg>
        <pc:spChg chg="mod">
          <ac:chgData name="继峰 葛" userId="fce97ec0e02ab1c6" providerId="LiveId" clId="{A934A185-7CF6-4A8C-B40D-A4119FD0E197}" dt="2025-03-29T05:34:00.618" v="1023" actId="20577"/>
          <ac:spMkLst>
            <pc:docMk/>
            <pc:sldMk cId="3372662043" sldId="4545"/>
            <ac:spMk id="4" creationId="{00000000-0000-0000-0000-000000000000}"/>
          </ac:spMkLst>
        </pc:spChg>
        <pc:picChg chg="add mod">
          <ac:chgData name="继峰 葛" userId="fce97ec0e02ab1c6" providerId="LiveId" clId="{A934A185-7CF6-4A8C-B40D-A4119FD0E197}" dt="2025-03-29T05:31:57.042" v="992" actId="1076"/>
          <ac:picMkLst>
            <pc:docMk/>
            <pc:sldMk cId="3372662043" sldId="4545"/>
            <ac:picMk id="5" creationId="{09635E47-DC85-0430-4626-73D5C6506744}"/>
          </ac:picMkLst>
        </pc:picChg>
        <pc:picChg chg="add mod">
          <ac:chgData name="继峰 葛" userId="fce97ec0e02ab1c6" providerId="LiveId" clId="{A934A185-7CF6-4A8C-B40D-A4119FD0E197}" dt="2025-03-29T05:32:07.009" v="996" actId="1076"/>
          <ac:picMkLst>
            <pc:docMk/>
            <pc:sldMk cId="3372662043" sldId="4545"/>
            <ac:picMk id="6" creationId="{96BB871B-6C7B-569A-7C08-2057B19A08FE}"/>
          </ac:picMkLst>
        </pc:picChg>
        <pc:picChg chg="mod">
          <ac:chgData name="继峰 葛" userId="fce97ec0e02ab1c6" providerId="LiveId" clId="{A934A185-7CF6-4A8C-B40D-A4119FD0E197}" dt="2025-03-29T05:31:41.478" v="988" actId="1076"/>
          <ac:picMkLst>
            <pc:docMk/>
            <pc:sldMk cId="3372662043" sldId="4545"/>
            <ac:picMk id="7" creationId="{316BCFF5-F890-4F1D-2921-17BA2F5B8AB7}"/>
          </ac:picMkLst>
        </pc:picChg>
      </pc:sldChg>
      <pc:sldChg chg="del">
        <pc:chgData name="继峰 葛" userId="fce97ec0e02ab1c6" providerId="LiveId" clId="{A934A185-7CF6-4A8C-B40D-A4119FD0E197}" dt="2025-03-29T05:44:09.539" v="1196" actId="2696"/>
        <pc:sldMkLst>
          <pc:docMk/>
          <pc:sldMk cId="92973021" sldId="4546"/>
        </pc:sldMkLst>
      </pc:sldChg>
      <pc:sldChg chg="del">
        <pc:chgData name="继峰 葛" userId="fce97ec0e02ab1c6" providerId="LiveId" clId="{A934A185-7CF6-4A8C-B40D-A4119FD0E197}" dt="2025-03-29T05:44:12.337" v="1197" actId="2696"/>
        <pc:sldMkLst>
          <pc:docMk/>
          <pc:sldMk cId="2314445567" sldId="4547"/>
        </pc:sldMkLst>
      </pc:sldChg>
      <pc:sldChg chg="del">
        <pc:chgData name="继峰 葛" userId="fce97ec0e02ab1c6" providerId="LiveId" clId="{A934A185-7CF6-4A8C-B40D-A4119FD0E197}" dt="2025-03-29T05:17:19.172" v="691" actId="2696"/>
        <pc:sldMkLst>
          <pc:docMk/>
          <pc:sldMk cId="2313109913" sldId="4548"/>
        </pc:sldMkLst>
      </pc:sldChg>
      <pc:sldChg chg="addSp delSp modSp mod">
        <pc:chgData name="继峰 葛" userId="fce97ec0e02ab1c6" providerId="LiveId" clId="{A934A185-7CF6-4A8C-B40D-A4119FD0E197}" dt="2025-03-29T06:02:57.229" v="1679" actId="1076"/>
        <pc:sldMkLst>
          <pc:docMk/>
          <pc:sldMk cId="4154661988" sldId="4549"/>
        </pc:sldMkLst>
        <pc:spChg chg="add mod">
          <ac:chgData name="继峰 葛" userId="fce97ec0e02ab1c6" providerId="LiveId" clId="{A934A185-7CF6-4A8C-B40D-A4119FD0E197}" dt="2025-03-29T05:42:06.055" v="1110" actId="1076"/>
          <ac:spMkLst>
            <pc:docMk/>
            <pc:sldMk cId="4154661988" sldId="4549"/>
            <ac:spMk id="9" creationId="{174EDFF1-9A46-83EA-39B4-C1AAF28D1FAE}"/>
          </ac:spMkLst>
        </pc:spChg>
        <pc:spChg chg="add mod">
          <ac:chgData name="继峰 葛" userId="fce97ec0e02ab1c6" providerId="LiveId" clId="{A934A185-7CF6-4A8C-B40D-A4119FD0E197}" dt="2025-03-29T06:02:10.647" v="1599" actId="20577"/>
          <ac:spMkLst>
            <pc:docMk/>
            <pc:sldMk cId="4154661988" sldId="4549"/>
            <ac:spMk id="10" creationId="{C833981F-7BAE-516A-AC58-832AA2CB0680}"/>
          </ac:spMkLst>
        </pc:spChg>
        <pc:spChg chg="add mod">
          <ac:chgData name="继峰 葛" userId="fce97ec0e02ab1c6" providerId="LiveId" clId="{A934A185-7CF6-4A8C-B40D-A4119FD0E197}" dt="2025-03-29T06:02:57.229" v="1679" actId="1076"/>
          <ac:spMkLst>
            <pc:docMk/>
            <pc:sldMk cId="4154661988" sldId="4549"/>
            <ac:spMk id="11" creationId="{1137014C-9BF8-B2DC-DC03-77B07D566C26}"/>
          </ac:spMkLst>
        </pc:spChg>
        <pc:picChg chg="add del mod">
          <ac:chgData name="继峰 葛" userId="fce97ec0e02ab1c6" providerId="LiveId" clId="{A934A185-7CF6-4A8C-B40D-A4119FD0E197}" dt="2025-03-29T05:39:19.485" v="1088" actId="22"/>
          <ac:picMkLst>
            <pc:docMk/>
            <pc:sldMk cId="4154661988" sldId="4549"/>
            <ac:picMk id="4" creationId="{7C8C7717-FEC1-9C5B-CE8D-A4F0D3875465}"/>
          </ac:picMkLst>
        </pc:picChg>
        <pc:picChg chg="mod">
          <ac:chgData name="继峰 葛" userId="fce97ec0e02ab1c6" providerId="LiveId" clId="{A934A185-7CF6-4A8C-B40D-A4119FD0E197}" dt="2025-03-29T05:41:36.774" v="1093" actId="1076"/>
          <ac:picMkLst>
            <pc:docMk/>
            <pc:sldMk cId="4154661988" sldId="4549"/>
            <ac:picMk id="5" creationId="{743AD8FD-DB1D-7809-D7C5-69871B4A8CF8}"/>
          </ac:picMkLst>
        </pc:picChg>
        <pc:picChg chg="add mod">
          <ac:chgData name="继峰 葛" userId="fce97ec0e02ab1c6" providerId="LiveId" clId="{A934A185-7CF6-4A8C-B40D-A4119FD0E197}" dt="2025-03-29T06:00:42.972" v="1436" actId="14100"/>
          <ac:picMkLst>
            <pc:docMk/>
            <pc:sldMk cId="4154661988" sldId="4549"/>
            <ac:picMk id="8" creationId="{435D8D0C-E159-5698-C68F-F0836790FBF7}"/>
          </ac:picMkLst>
        </pc:picChg>
        <pc:picChg chg="mod">
          <ac:chgData name="继峰 葛" userId="fce97ec0e02ab1c6" providerId="LiveId" clId="{A934A185-7CF6-4A8C-B40D-A4119FD0E197}" dt="2025-03-29T06:00:34.646" v="1435" actId="14100"/>
          <ac:picMkLst>
            <pc:docMk/>
            <pc:sldMk cId="4154661988" sldId="4549"/>
            <ac:picMk id="1026" creationId="{A7ABCBE4-E995-1548-9E55-155F2FB77326}"/>
          </ac:picMkLst>
        </pc:picChg>
      </pc:sldChg>
      <pc:sldChg chg="del">
        <pc:chgData name="继峰 葛" userId="fce97ec0e02ab1c6" providerId="LiveId" clId="{A934A185-7CF6-4A8C-B40D-A4119FD0E197}" dt="2025-03-29T05:45:54.090" v="1233" actId="2696"/>
        <pc:sldMkLst>
          <pc:docMk/>
          <pc:sldMk cId="4223181947" sldId="4550"/>
        </pc:sldMkLst>
      </pc:sldChg>
      <pc:sldChg chg="del">
        <pc:chgData name="继峰 葛" userId="fce97ec0e02ab1c6" providerId="LiveId" clId="{A934A185-7CF6-4A8C-B40D-A4119FD0E197}" dt="2025-03-29T05:33:10.332" v="999" actId="2696"/>
        <pc:sldMkLst>
          <pc:docMk/>
          <pc:sldMk cId="1222030055" sldId="4551"/>
        </pc:sldMkLst>
      </pc:sldChg>
      <pc:sldChg chg="del">
        <pc:chgData name="继峰 葛" userId="fce97ec0e02ab1c6" providerId="LiveId" clId="{A934A185-7CF6-4A8C-B40D-A4119FD0E197}" dt="2025-03-29T05:53:25.033" v="1265" actId="2696"/>
        <pc:sldMkLst>
          <pc:docMk/>
          <pc:sldMk cId="1352750878" sldId="4552"/>
        </pc:sldMkLst>
      </pc:sldChg>
      <pc:sldChg chg="del">
        <pc:chgData name="继峰 葛" userId="fce97ec0e02ab1c6" providerId="LiveId" clId="{A934A185-7CF6-4A8C-B40D-A4119FD0E197}" dt="2025-03-29T05:33:13.169" v="1000" actId="2696"/>
        <pc:sldMkLst>
          <pc:docMk/>
          <pc:sldMk cId="3170515319" sldId="4553"/>
        </pc:sldMkLst>
      </pc:sldChg>
      <pc:sldChg chg="addSp delSp modSp add mod ord">
        <pc:chgData name="继峰 葛" userId="fce97ec0e02ab1c6" providerId="LiveId" clId="{A934A185-7CF6-4A8C-B40D-A4119FD0E197}" dt="2025-03-29T05:15:52.125" v="672" actId="1076"/>
        <pc:sldMkLst>
          <pc:docMk/>
          <pc:sldMk cId="31814085" sldId="4554"/>
        </pc:sldMkLst>
        <pc:spChg chg="mod">
          <ac:chgData name="继峰 葛" userId="fce97ec0e02ab1c6" providerId="LiveId" clId="{A934A185-7CF6-4A8C-B40D-A4119FD0E197}" dt="2025-03-29T03:12:07.619" v="245" actId="20577"/>
          <ac:spMkLst>
            <pc:docMk/>
            <pc:sldMk cId="31814085" sldId="4554"/>
            <ac:spMk id="3" creationId="{7F2CD537-7886-7D2B-D898-71841C2EAEA1}"/>
          </ac:spMkLst>
        </pc:spChg>
        <pc:spChg chg="mod">
          <ac:chgData name="继峰 葛" userId="fce97ec0e02ab1c6" providerId="LiveId" clId="{A934A185-7CF6-4A8C-B40D-A4119FD0E197}" dt="2025-03-29T05:08:32.547" v="580" actId="1076"/>
          <ac:spMkLst>
            <pc:docMk/>
            <pc:sldMk cId="31814085" sldId="4554"/>
            <ac:spMk id="4" creationId="{6ABC9F05-F135-335C-7D9E-DD999A6CC5DD}"/>
          </ac:spMkLst>
        </pc:spChg>
        <pc:spChg chg="add mod">
          <ac:chgData name="继峰 葛" userId="fce97ec0e02ab1c6" providerId="LiveId" clId="{A934A185-7CF6-4A8C-B40D-A4119FD0E197}" dt="2025-03-29T03:23:24.584" v="555" actId="20577"/>
          <ac:spMkLst>
            <pc:docMk/>
            <pc:sldMk cId="31814085" sldId="4554"/>
            <ac:spMk id="6" creationId="{C7670235-0F72-D098-1B13-5A78944894CC}"/>
          </ac:spMkLst>
        </pc:spChg>
        <pc:spChg chg="add del mod">
          <ac:chgData name="继峰 葛" userId="fce97ec0e02ab1c6" providerId="LiveId" clId="{A934A185-7CF6-4A8C-B40D-A4119FD0E197}" dt="2025-03-29T05:08:27.721" v="579" actId="478"/>
          <ac:spMkLst>
            <pc:docMk/>
            <pc:sldMk cId="31814085" sldId="4554"/>
            <ac:spMk id="10" creationId="{B4E5BB09-CF40-45EA-B7E3-CB5036569873}"/>
          </ac:spMkLst>
        </pc:spChg>
        <pc:spChg chg="add mod">
          <ac:chgData name="继峰 葛" userId="fce97ec0e02ab1c6" providerId="LiveId" clId="{A934A185-7CF6-4A8C-B40D-A4119FD0E197}" dt="2025-03-29T05:15:52.125" v="672" actId="1076"/>
          <ac:spMkLst>
            <pc:docMk/>
            <pc:sldMk cId="31814085" sldId="4554"/>
            <ac:spMk id="13" creationId="{6A90BC0D-729E-D8EC-78F6-9A9ED8A42FC0}"/>
          </ac:spMkLst>
        </pc:spChg>
        <pc:spChg chg="del">
          <ac:chgData name="继峰 葛" userId="fce97ec0e02ab1c6" providerId="LiveId" clId="{A934A185-7CF6-4A8C-B40D-A4119FD0E197}" dt="2025-03-29T03:21:37.233" v="544" actId="478"/>
          <ac:spMkLst>
            <pc:docMk/>
            <pc:sldMk cId="31814085" sldId="4554"/>
            <ac:spMk id="21" creationId="{B9DC76C9-B4C7-BDDB-9BC7-6AC88E513A79}"/>
          </ac:spMkLst>
        </pc:spChg>
        <pc:picChg chg="add mod">
          <ac:chgData name="继峰 葛" userId="fce97ec0e02ab1c6" providerId="LiveId" clId="{A934A185-7CF6-4A8C-B40D-A4119FD0E197}" dt="2025-03-29T05:14:06.347" v="582" actId="1076"/>
          <ac:picMkLst>
            <pc:docMk/>
            <pc:sldMk cId="31814085" sldId="4554"/>
            <ac:picMk id="5" creationId="{031588CF-7E6B-FD17-DE02-60E4DA181A99}"/>
          </ac:picMkLst>
        </pc:picChg>
        <pc:picChg chg="add mod">
          <ac:chgData name="继峰 葛" userId="fce97ec0e02ab1c6" providerId="LiveId" clId="{A934A185-7CF6-4A8C-B40D-A4119FD0E197}" dt="2025-03-29T03:24:02.314" v="558" actId="1076"/>
          <ac:picMkLst>
            <pc:docMk/>
            <pc:sldMk cId="31814085" sldId="4554"/>
            <ac:picMk id="8" creationId="{A3848355-0B16-C116-36D6-2505B4B1F883}"/>
          </ac:picMkLst>
        </pc:picChg>
        <pc:picChg chg="add mod">
          <ac:chgData name="继峰 葛" userId="fce97ec0e02ab1c6" providerId="LiveId" clId="{A934A185-7CF6-4A8C-B40D-A4119FD0E197}" dt="2025-03-29T05:14:43.443" v="586" actId="1076"/>
          <ac:picMkLst>
            <pc:docMk/>
            <pc:sldMk cId="31814085" sldId="4554"/>
            <ac:picMk id="12" creationId="{EDAA2372-A131-89DC-968F-351C73A13BA0}"/>
          </ac:picMkLst>
        </pc:picChg>
        <pc:picChg chg="del mod">
          <ac:chgData name="继峰 葛" userId="fce97ec0e02ab1c6" providerId="LiveId" clId="{A934A185-7CF6-4A8C-B40D-A4119FD0E197}" dt="2025-03-29T03:21:33.107" v="542" actId="478"/>
          <ac:picMkLst>
            <pc:docMk/>
            <pc:sldMk cId="31814085" sldId="4554"/>
            <ac:picMk id="19" creationId="{11805D5A-AB6A-DC68-315C-D441A6E37CB4}"/>
          </ac:picMkLst>
        </pc:picChg>
        <pc:picChg chg="del">
          <ac:chgData name="继峰 葛" userId="fce97ec0e02ab1c6" providerId="LiveId" clId="{A934A185-7CF6-4A8C-B40D-A4119FD0E197}" dt="2025-03-29T03:21:38.492" v="545" actId="478"/>
          <ac:picMkLst>
            <pc:docMk/>
            <pc:sldMk cId="31814085" sldId="4554"/>
            <ac:picMk id="25" creationId="{FD7C490B-1CB0-F80A-8C01-390EA6947E74}"/>
          </ac:picMkLst>
        </pc:picChg>
      </pc:sldChg>
      <pc:sldChg chg="add">
        <pc:chgData name="继峰 葛" userId="fce97ec0e02ab1c6" providerId="LiveId" clId="{A934A185-7CF6-4A8C-B40D-A4119FD0E197}" dt="2025-03-29T05:17:25.248" v="692"/>
        <pc:sldMkLst>
          <pc:docMk/>
          <pc:sldMk cId="3766450944" sldId="4555"/>
        </pc:sldMkLst>
      </pc:sldChg>
      <pc:sldChg chg="addSp delSp modSp add mod">
        <pc:chgData name="继峰 葛" userId="fce97ec0e02ab1c6" providerId="LiveId" clId="{A934A185-7CF6-4A8C-B40D-A4119FD0E197}" dt="2025-03-29T05:36:06.215" v="1076" actId="14100"/>
        <pc:sldMkLst>
          <pc:docMk/>
          <pc:sldMk cId="1019622429" sldId="4556"/>
        </pc:sldMkLst>
        <pc:spChg chg="del">
          <ac:chgData name="继峰 葛" userId="fce97ec0e02ab1c6" providerId="LiveId" clId="{A934A185-7CF6-4A8C-B40D-A4119FD0E197}" dt="2025-03-29T05:34:27.718" v="1059" actId="478"/>
          <ac:spMkLst>
            <pc:docMk/>
            <pc:sldMk cId="1019622429" sldId="4556"/>
            <ac:spMk id="2" creationId="{405C08FA-C36F-E5BD-2708-7089094247E3}"/>
          </ac:spMkLst>
        </pc:spChg>
        <pc:spChg chg="mod">
          <ac:chgData name="继峰 葛" userId="fce97ec0e02ab1c6" providerId="LiveId" clId="{A934A185-7CF6-4A8C-B40D-A4119FD0E197}" dt="2025-03-29T05:36:06.215" v="1076" actId="14100"/>
          <ac:spMkLst>
            <pc:docMk/>
            <pc:sldMk cId="1019622429" sldId="4556"/>
            <ac:spMk id="4" creationId="{A0856492-B9E5-5DA2-2A38-44413D5DB80E}"/>
          </ac:spMkLst>
        </pc:spChg>
        <pc:picChg chg="del">
          <ac:chgData name="继峰 葛" userId="fce97ec0e02ab1c6" providerId="LiveId" clId="{A934A185-7CF6-4A8C-B40D-A4119FD0E197}" dt="2025-03-29T05:34:25.799" v="1057" actId="478"/>
          <ac:picMkLst>
            <pc:docMk/>
            <pc:sldMk cId="1019622429" sldId="4556"/>
            <ac:picMk id="5" creationId="{76E194CB-4DDE-5330-02C7-9EB2535748A6}"/>
          </ac:picMkLst>
        </pc:picChg>
        <pc:picChg chg="del">
          <ac:chgData name="继峰 葛" userId="fce97ec0e02ab1c6" providerId="LiveId" clId="{A934A185-7CF6-4A8C-B40D-A4119FD0E197}" dt="2025-03-29T05:34:26.260" v="1058" actId="478"/>
          <ac:picMkLst>
            <pc:docMk/>
            <pc:sldMk cId="1019622429" sldId="4556"/>
            <ac:picMk id="6" creationId="{57ED646E-3BB5-B0A8-059C-1A886C442DBE}"/>
          </ac:picMkLst>
        </pc:picChg>
        <pc:picChg chg="del">
          <ac:chgData name="继峰 葛" userId="fce97ec0e02ab1c6" providerId="LiveId" clId="{A934A185-7CF6-4A8C-B40D-A4119FD0E197}" dt="2025-03-29T05:34:25.173" v="1056" actId="478"/>
          <ac:picMkLst>
            <pc:docMk/>
            <pc:sldMk cId="1019622429" sldId="4556"/>
            <ac:picMk id="7" creationId="{B79F6348-9D4A-C108-FC59-9D1049D1A532}"/>
          </ac:picMkLst>
        </pc:picChg>
        <pc:picChg chg="add mod">
          <ac:chgData name="继峰 葛" userId="fce97ec0e02ab1c6" providerId="LiveId" clId="{A934A185-7CF6-4A8C-B40D-A4119FD0E197}" dt="2025-03-29T05:34:51.655" v="1063" actId="1076"/>
          <ac:picMkLst>
            <pc:docMk/>
            <pc:sldMk cId="1019622429" sldId="4556"/>
            <ac:picMk id="9" creationId="{8733A76A-B2EC-F468-9896-18A73C2822D6}"/>
          </ac:picMkLst>
        </pc:picChg>
        <pc:picChg chg="add del">
          <ac:chgData name="继峰 葛" userId="fce97ec0e02ab1c6" providerId="LiveId" clId="{A934A185-7CF6-4A8C-B40D-A4119FD0E197}" dt="2025-03-29T05:35:25.015" v="1065" actId="22"/>
          <ac:picMkLst>
            <pc:docMk/>
            <pc:sldMk cId="1019622429" sldId="4556"/>
            <ac:picMk id="11" creationId="{CD99BE25-5C9B-9E8B-236D-708C156F25AC}"/>
          </ac:picMkLst>
        </pc:picChg>
        <pc:picChg chg="add mod">
          <ac:chgData name="继峰 葛" userId="fce97ec0e02ab1c6" providerId="LiveId" clId="{A934A185-7CF6-4A8C-B40D-A4119FD0E197}" dt="2025-03-29T05:35:41.815" v="1068" actId="1076"/>
          <ac:picMkLst>
            <pc:docMk/>
            <pc:sldMk cId="1019622429" sldId="4556"/>
            <ac:picMk id="13" creationId="{53109CE8-37B4-17E3-8BAA-BC07EA14B92B}"/>
          </ac:picMkLst>
        </pc:picChg>
        <pc:picChg chg="add mod">
          <ac:chgData name="继峰 葛" userId="fce97ec0e02ab1c6" providerId="LiveId" clId="{A934A185-7CF6-4A8C-B40D-A4119FD0E197}" dt="2025-03-29T05:35:54.507" v="1071" actId="1076"/>
          <ac:picMkLst>
            <pc:docMk/>
            <pc:sldMk cId="1019622429" sldId="4556"/>
            <ac:picMk id="15" creationId="{8B554529-8B0C-1286-7756-F8EC37E7F187}"/>
          </ac:picMkLst>
        </pc:picChg>
      </pc:sldChg>
      <pc:sldChg chg="add del">
        <pc:chgData name="继峰 葛" userId="fce97ec0e02ab1c6" providerId="LiveId" clId="{A934A185-7CF6-4A8C-B40D-A4119FD0E197}" dt="2025-03-29T06:21:42.772" v="2012"/>
        <pc:sldMkLst>
          <pc:docMk/>
          <pc:sldMk cId="1196743978" sldId="4557"/>
        </pc:sldMkLst>
      </pc:sldChg>
      <pc:sldChg chg="addSp delSp modSp add mod">
        <pc:chgData name="继峰 葛" userId="fce97ec0e02ab1c6" providerId="LiveId" clId="{A934A185-7CF6-4A8C-B40D-A4119FD0E197}" dt="2025-03-29T06:27:16.298" v="2062" actId="1076"/>
        <pc:sldMkLst>
          <pc:docMk/>
          <pc:sldMk cId="1375286962" sldId="4557"/>
        </pc:sldMkLst>
        <pc:spChg chg="mod">
          <ac:chgData name="继峰 葛" userId="fce97ec0e02ab1c6" providerId="LiveId" clId="{A934A185-7CF6-4A8C-B40D-A4119FD0E197}" dt="2025-03-29T06:27:11.122" v="2061" actId="1076"/>
          <ac:spMkLst>
            <pc:docMk/>
            <pc:sldMk cId="1375286962" sldId="4557"/>
            <ac:spMk id="3" creationId="{2B6365F8-B1E3-DF4B-B7CE-CF5B1A8FF91C}"/>
          </ac:spMkLst>
        </pc:spChg>
        <pc:spChg chg="add mod">
          <ac:chgData name="继峰 葛" userId="fce97ec0e02ab1c6" providerId="LiveId" clId="{A934A185-7CF6-4A8C-B40D-A4119FD0E197}" dt="2025-03-29T06:27:16.298" v="2062" actId="1076"/>
          <ac:spMkLst>
            <pc:docMk/>
            <pc:sldMk cId="1375286962" sldId="4557"/>
            <ac:spMk id="5" creationId="{88AB0E71-100F-90AE-5464-3351FA57E916}"/>
          </ac:spMkLst>
        </pc:spChg>
        <pc:spChg chg="add mod">
          <ac:chgData name="继峰 葛" userId="fce97ec0e02ab1c6" providerId="LiveId" clId="{A934A185-7CF6-4A8C-B40D-A4119FD0E197}" dt="2025-03-29T06:23:50.003" v="2026" actId="14100"/>
          <ac:spMkLst>
            <pc:docMk/>
            <pc:sldMk cId="1375286962" sldId="4557"/>
            <ac:spMk id="6" creationId="{D9AEA3BD-2BAB-9A50-BC23-4E682A271698}"/>
          </ac:spMkLst>
        </pc:spChg>
        <pc:spChg chg="add mod">
          <ac:chgData name="继峰 葛" userId="fce97ec0e02ab1c6" providerId="LiveId" clId="{A934A185-7CF6-4A8C-B40D-A4119FD0E197}" dt="2025-03-29T06:24:03.034" v="2028" actId="948"/>
          <ac:spMkLst>
            <pc:docMk/>
            <pc:sldMk cId="1375286962" sldId="4557"/>
            <ac:spMk id="7" creationId="{F7E3CC42-2586-C30D-AD8A-9FCD4621507F}"/>
          </ac:spMkLst>
        </pc:spChg>
        <pc:spChg chg="add mod">
          <ac:chgData name="继峰 葛" userId="fce97ec0e02ab1c6" providerId="LiveId" clId="{A934A185-7CF6-4A8C-B40D-A4119FD0E197}" dt="2025-03-29T06:23:50.003" v="2026" actId="14100"/>
          <ac:spMkLst>
            <pc:docMk/>
            <pc:sldMk cId="1375286962" sldId="4557"/>
            <ac:spMk id="8" creationId="{CEF1E1F7-552B-21C3-3DDD-D2A2638A14C7}"/>
          </ac:spMkLst>
        </pc:spChg>
        <pc:spChg chg="add mod">
          <ac:chgData name="继峰 葛" userId="fce97ec0e02ab1c6" providerId="LiveId" clId="{A934A185-7CF6-4A8C-B40D-A4119FD0E197}" dt="2025-03-29T06:24:17.236" v="2034" actId="1076"/>
          <ac:spMkLst>
            <pc:docMk/>
            <pc:sldMk cId="1375286962" sldId="4557"/>
            <ac:spMk id="9" creationId="{F594F8F0-6EFE-BFBD-781E-A8D1EF69054A}"/>
          </ac:spMkLst>
        </pc:spChg>
        <pc:spChg chg="add mod">
          <ac:chgData name="继峰 葛" userId="fce97ec0e02ab1c6" providerId="LiveId" clId="{A934A185-7CF6-4A8C-B40D-A4119FD0E197}" dt="2025-03-29T06:26:01.851" v="2042" actId="14100"/>
          <ac:spMkLst>
            <pc:docMk/>
            <pc:sldMk cId="1375286962" sldId="4557"/>
            <ac:spMk id="10" creationId="{49A4C14C-F29E-15BF-6908-310AE1ED2E3B}"/>
          </ac:spMkLst>
        </pc:spChg>
        <pc:spChg chg="del">
          <ac:chgData name="继峰 葛" userId="fce97ec0e02ab1c6" providerId="LiveId" clId="{A934A185-7CF6-4A8C-B40D-A4119FD0E197}" dt="2025-03-29T06:23:41.683" v="2024" actId="478"/>
          <ac:spMkLst>
            <pc:docMk/>
            <pc:sldMk cId="1375286962" sldId="4557"/>
            <ac:spMk id="11" creationId="{B98BE7CE-CBD9-CFC5-A18C-91022FF7C753}"/>
          </ac:spMkLst>
        </pc:spChg>
        <pc:spChg chg="add mod">
          <ac:chgData name="继峰 葛" userId="fce97ec0e02ab1c6" providerId="LiveId" clId="{A934A185-7CF6-4A8C-B40D-A4119FD0E197}" dt="2025-03-29T06:26:43.718" v="2052" actId="14100"/>
          <ac:spMkLst>
            <pc:docMk/>
            <pc:sldMk cId="1375286962" sldId="4557"/>
            <ac:spMk id="14" creationId="{D6DF60E3-6BE0-41A5-B31B-F3DF661F3EEA}"/>
          </ac:spMkLst>
        </pc:spChg>
        <pc:spChg chg="add mod">
          <ac:chgData name="继峰 葛" userId="fce97ec0e02ab1c6" providerId="LiveId" clId="{A934A185-7CF6-4A8C-B40D-A4119FD0E197}" dt="2025-03-29T06:26:23.534" v="2046" actId="14100"/>
          <ac:spMkLst>
            <pc:docMk/>
            <pc:sldMk cId="1375286962" sldId="4557"/>
            <ac:spMk id="18" creationId="{BC2248E6-2A66-3F16-93E2-6E51491D5BA7}"/>
          </ac:spMkLst>
        </pc:spChg>
        <pc:picChg chg="mod">
          <ac:chgData name="继峰 葛" userId="fce97ec0e02ab1c6" providerId="LiveId" clId="{A934A185-7CF6-4A8C-B40D-A4119FD0E197}" dt="2025-03-29T06:26:15.060" v="2044" actId="1076"/>
          <ac:picMkLst>
            <pc:docMk/>
            <pc:sldMk cId="1375286962" sldId="4557"/>
            <ac:picMk id="2" creationId="{DBD7E4F5-D130-F150-5B54-76AD152B81D7}"/>
          </ac:picMkLst>
        </pc:picChg>
        <pc:picChg chg="del">
          <ac:chgData name="继峰 葛" userId="fce97ec0e02ab1c6" providerId="LiveId" clId="{A934A185-7CF6-4A8C-B40D-A4119FD0E197}" dt="2025-03-29T06:23:40.001" v="2023" actId="478"/>
          <ac:picMkLst>
            <pc:docMk/>
            <pc:sldMk cId="1375286962" sldId="4557"/>
            <ac:picMk id="4" creationId="{A11DC286-D83E-1615-0896-2B5DC30A63F5}"/>
          </ac:picMkLst>
        </pc:picChg>
        <pc:picChg chg="add mod">
          <ac:chgData name="继峰 葛" userId="fce97ec0e02ab1c6" providerId="LiveId" clId="{A934A185-7CF6-4A8C-B40D-A4119FD0E197}" dt="2025-03-29T06:24:24.984" v="2036" actId="14100"/>
          <ac:picMkLst>
            <pc:docMk/>
            <pc:sldMk cId="1375286962" sldId="4557"/>
            <ac:picMk id="12" creationId="{3FF3FA5D-E17D-EFC8-9801-D415EE21FD29}"/>
          </ac:picMkLst>
        </pc:picChg>
        <pc:picChg chg="mod">
          <ac:chgData name="继峰 葛" userId="fce97ec0e02ab1c6" providerId="LiveId" clId="{A934A185-7CF6-4A8C-B40D-A4119FD0E197}" dt="2025-03-29T06:26:34.743" v="2050" actId="1076"/>
          <ac:picMkLst>
            <pc:docMk/>
            <pc:sldMk cId="1375286962" sldId="4557"/>
            <ac:picMk id="13" creationId="{F0035E92-1E9A-AD3E-6B0C-C7A96C00E233}"/>
          </ac:picMkLst>
        </pc:picChg>
        <pc:picChg chg="add mod">
          <ac:chgData name="继峰 葛" userId="fce97ec0e02ab1c6" providerId="LiveId" clId="{A934A185-7CF6-4A8C-B40D-A4119FD0E197}" dt="2025-03-29T06:24:14.618" v="2033" actId="1076"/>
          <ac:picMkLst>
            <pc:docMk/>
            <pc:sldMk cId="1375286962" sldId="4557"/>
            <ac:picMk id="20" creationId="{833069F9-46A0-BB39-949B-9E70194CCC06}"/>
          </ac:picMkLst>
        </pc:picChg>
        <pc:picChg chg="mod">
          <ac:chgData name="继峰 葛" userId="fce97ec0e02ab1c6" providerId="LiveId" clId="{A934A185-7CF6-4A8C-B40D-A4119FD0E197}" dt="2025-03-29T06:24:10.328" v="2030" actId="1076"/>
          <ac:picMkLst>
            <pc:docMk/>
            <pc:sldMk cId="1375286962" sldId="4557"/>
            <ac:picMk id="21" creationId="{1AEA4D11-B0F4-806E-C060-5D42B075695B}"/>
          </ac:picMkLst>
        </pc:picChg>
        <pc:cxnChg chg="mod">
          <ac:chgData name="继峰 葛" userId="fce97ec0e02ab1c6" providerId="LiveId" clId="{A934A185-7CF6-4A8C-B40D-A4119FD0E197}" dt="2025-03-29T06:26:48.998" v="2054" actId="14100"/>
          <ac:cxnSpMkLst>
            <pc:docMk/>
            <pc:sldMk cId="1375286962" sldId="4557"/>
            <ac:cxnSpMk id="15" creationId="{E848B475-002E-79EE-33F9-BA15D2AAF69A}"/>
          </ac:cxnSpMkLst>
        </pc:cxnChg>
        <pc:cxnChg chg="mod">
          <ac:chgData name="继峰 葛" userId="fce97ec0e02ab1c6" providerId="LiveId" clId="{A934A185-7CF6-4A8C-B40D-A4119FD0E197}" dt="2025-03-29T06:26:29.376" v="2048" actId="1076"/>
          <ac:cxnSpMkLst>
            <pc:docMk/>
            <pc:sldMk cId="1375286962" sldId="4557"/>
            <ac:cxnSpMk id="16" creationId="{44000217-249A-1995-00C7-D00F61C860E7}"/>
          </ac:cxnSpMkLst>
        </pc:cxnChg>
        <pc:cxnChg chg="mod">
          <ac:chgData name="继峰 葛" userId="fce97ec0e02ab1c6" providerId="LiveId" clId="{A934A185-7CF6-4A8C-B40D-A4119FD0E197}" dt="2025-03-29T06:26:50.940" v="2055" actId="14100"/>
          <ac:cxnSpMkLst>
            <pc:docMk/>
            <pc:sldMk cId="1375286962" sldId="4557"/>
            <ac:cxnSpMk id="19" creationId="{432B94C3-AEAA-EB19-422F-7ED6A5D7819A}"/>
          </ac:cxnSpMkLst>
        </pc:cxnChg>
      </pc:sldChg>
      <pc:sldMasterChg chg="delSldLayout">
        <pc:chgData name="继峰 葛" userId="fce97ec0e02ab1c6" providerId="LiveId" clId="{A934A185-7CF6-4A8C-B40D-A4119FD0E197}" dt="2025-03-29T06:27:26.121" v="2063" actId="2696"/>
        <pc:sldMasterMkLst>
          <pc:docMk/>
          <pc:sldMasterMk cId="0" sldId="2147483648"/>
        </pc:sldMasterMkLst>
        <pc:sldLayoutChg chg="del">
          <pc:chgData name="继峰 葛" userId="fce97ec0e02ab1c6" providerId="LiveId" clId="{A934A185-7CF6-4A8C-B40D-A4119FD0E197}" dt="2025-03-29T06:27:26.121" v="2063" actId="2696"/>
          <pc:sldLayoutMkLst>
            <pc:docMk/>
            <pc:sldMasterMk cId="0" sldId="2147483648"/>
            <pc:sldLayoutMk cId="2217565670" sldId="214748366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1C3FB8F-A1E3-2723-5B2C-29493EC5F9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475CB4-ABCA-20B2-1593-1DD203E02ED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9AD853-B4AF-4D62-994B-2655AFBCE7A3}" type="datetimeFigureOut">
              <a:rPr lang="zh-CN" altLang="en-US" smtClean="0"/>
              <a:t>2025/3/29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C3E3F0-FB8D-D095-AE25-3119B8EE36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95D9E6-480A-900B-99EF-7AF5179FE3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30724-F3B6-4B84-BCD6-A1C5AA9F4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3492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92E16-CDBE-F445-866F-124AB7BF8804}" type="datetimeFigureOut">
              <a:rPr kumimoji="1" lang="zh-CN" altLang="en-US" smtClean="0"/>
              <a:t>2025/3/29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altLang="zh-CN" dirty="0"/>
              <a:t>·····</a:t>
            </a:r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CE767D85-7737-4C8D-9B77-D7B23FC6579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561AE-9D46-4341-B425-B54A5B22B02F}" type="datetimeFigureOut">
              <a:rPr kumimoji="1" lang="zh-CN" altLang="en-US" smtClean="0"/>
              <a:t>2025/3/29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6575898"/>
            <a:ext cx="12192000" cy="282102"/>
          </a:xfrm>
          <a:prstGeom prst="rect">
            <a:avLst/>
          </a:prstGeom>
          <a:solidFill>
            <a:srgbClr val="0041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063527" y="6534386"/>
            <a:ext cx="2743200" cy="365125"/>
          </a:xfrm>
        </p:spPr>
        <p:txBody>
          <a:bodyPr/>
          <a:lstStyle/>
          <a:p>
            <a:fld id="{5BB419E0-9CDB-EC4D-8DD1-0E3212333B30}" type="slidenum">
              <a:rPr kumimoji="1" lang="zh-CN" altLang="en-US" smtClean="0"/>
              <a:t>‹#›</a:t>
            </a:fld>
            <a:r>
              <a:rPr kumimoji="1" lang="en-US" altLang="zh-CN" dirty="0"/>
              <a:t>/34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561AE-9D46-4341-B425-B54A5B22B02F}" type="datetimeFigureOut">
              <a:rPr kumimoji="1" lang="zh-CN" altLang="en-US" smtClean="0"/>
              <a:t>2025/3/29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19E0-9CDB-EC4D-8DD1-0E3212333B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561AE-9D46-4341-B425-B54A5B22B02F}" type="datetimeFigureOut">
              <a:rPr kumimoji="1" lang="zh-CN" altLang="en-US" smtClean="0"/>
              <a:t>2025/3/29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05016" y="6356350"/>
            <a:ext cx="2743200" cy="365125"/>
          </a:xfrm>
        </p:spPr>
        <p:txBody>
          <a:bodyPr/>
          <a:lstStyle/>
          <a:p>
            <a:fld id="{5BB419E0-9CDB-EC4D-8DD1-0E3212333B3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625816" y="336057"/>
            <a:ext cx="360000" cy="360000"/>
          </a:xfrm>
          <a:prstGeom prst="rect">
            <a:avLst/>
          </a:prstGeom>
          <a:solidFill>
            <a:srgbClr val="0041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9"/>
          <p:cNvCxnSpPr/>
          <p:nvPr userDrawn="1"/>
        </p:nvCxnSpPr>
        <p:spPr>
          <a:xfrm>
            <a:off x="374872" y="813714"/>
            <a:ext cx="11298319" cy="0"/>
          </a:xfrm>
          <a:prstGeom prst="line">
            <a:avLst/>
          </a:prstGeom>
          <a:ln w="19050">
            <a:solidFill>
              <a:srgbClr val="0041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>
            <a:off x="0" y="6575898"/>
            <a:ext cx="12192000" cy="282102"/>
          </a:xfrm>
          <a:prstGeom prst="rect">
            <a:avLst/>
          </a:prstGeom>
          <a:solidFill>
            <a:srgbClr val="0041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544753" y="342543"/>
            <a:ext cx="36000" cy="360000"/>
          </a:xfrm>
          <a:prstGeom prst="rect">
            <a:avLst/>
          </a:prstGeom>
          <a:solidFill>
            <a:srgbClr val="0041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473416" y="339302"/>
            <a:ext cx="36000" cy="360000"/>
          </a:xfrm>
          <a:prstGeom prst="rect">
            <a:avLst/>
          </a:prstGeom>
          <a:solidFill>
            <a:srgbClr val="0041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5"/>
          <p:cNvSpPr txBox="1"/>
          <p:nvPr userDrawn="1"/>
        </p:nvSpPr>
        <p:spPr>
          <a:xfrm>
            <a:off x="9063527" y="653438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BB419E0-9CDB-EC4D-8DD1-0E3212333B30}" type="slidenum">
              <a:rPr kumimoji="1" lang="zh-CN" altLang="en-US" smtClean="0"/>
              <a:t>‹#›</a:t>
            </a:fld>
            <a:r>
              <a:rPr kumimoji="1" lang="en-US" altLang="zh-CN" dirty="0"/>
              <a:t>/21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561AE-9D46-4341-B425-B54A5B22B02F}" type="datetimeFigureOut">
              <a:rPr kumimoji="1" lang="zh-CN" altLang="en-US" smtClean="0"/>
              <a:t>2025/3/29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19E0-9CDB-EC4D-8DD1-0E3212333B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561AE-9D46-4341-B425-B54A5B22B02F}" type="datetimeFigureOut">
              <a:rPr kumimoji="1" lang="zh-CN" altLang="en-US" smtClean="0"/>
              <a:t>2025/3/29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19E0-9CDB-EC4D-8DD1-0E3212333B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561AE-9D46-4341-B425-B54A5B22B02F}" type="datetimeFigureOut">
              <a:rPr kumimoji="1" lang="zh-CN" altLang="en-US" smtClean="0"/>
              <a:t>2025/3/29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19E0-9CDB-EC4D-8DD1-0E3212333B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561AE-9D46-4341-B425-B54A5B22B02F}" type="datetimeFigureOut">
              <a:rPr kumimoji="1" lang="zh-CN" altLang="en-US" smtClean="0"/>
              <a:t>2025/3/29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19E0-9CDB-EC4D-8DD1-0E3212333B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561AE-9D46-4341-B425-B54A5B22B02F}" type="datetimeFigureOut">
              <a:rPr kumimoji="1" lang="zh-CN" altLang="en-US" smtClean="0"/>
              <a:t>2025/3/29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19E0-9CDB-EC4D-8DD1-0E3212333B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561AE-9D46-4341-B425-B54A5B22B02F}" type="datetimeFigureOut">
              <a:rPr kumimoji="1" lang="zh-CN" altLang="en-US" smtClean="0"/>
              <a:t>2025/3/29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19E0-9CDB-EC4D-8DD1-0E3212333B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561AE-9D46-4341-B425-B54A5B22B02F}" type="datetimeFigureOut">
              <a:rPr kumimoji="1" lang="zh-CN" altLang="en-US" smtClean="0"/>
              <a:t>2025/3/29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19E0-9CDB-EC4D-8DD1-0E3212333B3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561AE-9D46-4341-B425-B54A5B22B02F}" type="datetimeFigureOut">
              <a:rPr kumimoji="1" lang="zh-CN" altLang="en-US" smtClean="0"/>
              <a:t>2025/3/29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419E0-9CDB-EC4D-8DD1-0E3212333B30}" type="slidenum">
              <a:rPr kumimoji="1" lang="zh-CN" altLang="en-US" smtClean="0"/>
              <a:t>‹#›</a:t>
            </a:fld>
            <a:r>
              <a:rPr kumimoji="1" lang="en-US" altLang="zh-CN" dirty="0"/>
              <a:t>/54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857017" y="571495"/>
            <a:ext cx="2334985" cy="179615"/>
          </a:xfrm>
          <a:prstGeom prst="rect">
            <a:avLst/>
          </a:prstGeom>
          <a:solidFill>
            <a:srgbClr val="2456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51109"/>
            <a:ext cx="12192000" cy="0"/>
          </a:xfrm>
          <a:prstGeom prst="line">
            <a:avLst/>
          </a:prstGeom>
          <a:ln>
            <a:solidFill>
              <a:srgbClr val="2456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64629" y="95944"/>
            <a:ext cx="797668" cy="430821"/>
          </a:xfrm>
          <a:prstGeom prst="rect">
            <a:avLst/>
          </a:prstGeom>
        </p:spPr>
      </p:pic>
      <p:sp>
        <p:nvSpPr>
          <p:cNvPr id="5" name="灯片编号占位符 7"/>
          <p:cNvSpPr txBox="1"/>
          <p:nvPr userDrawn="1"/>
        </p:nvSpPr>
        <p:spPr>
          <a:xfrm>
            <a:off x="11386227" y="118628"/>
            <a:ext cx="551231" cy="384000"/>
          </a:xfrm>
          <a:prstGeom prst="rect">
            <a:avLst/>
          </a:prstGeom>
          <a:solidFill>
            <a:schemeClr val="bg1"/>
          </a:solidFill>
        </p:spPr>
        <p:txBody>
          <a:bodyPr vert="horz" lIns="121920" tIns="60960" rIns="121920" bIns="60960" rtlCol="0" anchor="ctr"/>
          <a:lstStyle>
            <a:defPPr>
              <a:defRPr lang="zh-CN"/>
            </a:defPPr>
            <a:lvl1pPr marL="0" algn="r" defTabSz="6858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31C5B7-0870-4088-98B5-2593D11D9D1D}" type="slidenum">
              <a:rPr lang="zh-CN" altLang="en-US" sz="1865" b="1" smtClean="0">
                <a:solidFill>
                  <a:schemeClr val="tx1"/>
                </a:solidFill>
              </a:rPr>
              <a:t>‹#›</a:t>
            </a:fld>
            <a:endParaRPr lang="zh-CN" altLang="en-US" sz="1865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45C46-AA2A-4B60-9352-DA65308B475A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57818-2757-4AAF-B08C-DE782AC7B3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561AE-9D46-4341-B425-B54A5B22B02F}" type="datetimeFigureOut">
              <a:rPr kumimoji="1" lang="zh-CN" altLang="en-US" smtClean="0"/>
              <a:t>2025/3/29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05016" y="6356350"/>
            <a:ext cx="2743200" cy="365125"/>
          </a:xfrm>
        </p:spPr>
        <p:txBody>
          <a:bodyPr/>
          <a:lstStyle/>
          <a:p>
            <a:fld id="{5BB419E0-9CDB-EC4D-8DD1-0E3212333B3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625816" y="336057"/>
            <a:ext cx="360000" cy="360000"/>
          </a:xfrm>
          <a:prstGeom prst="rect">
            <a:avLst/>
          </a:prstGeom>
          <a:solidFill>
            <a:srgbClr val="0041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9"/>
          <p:cNvCxnSpPr/>
          <p:nvPr userDrawn="1"/>
        </p:nvCxnSpPr>
        <p:spPr>
          <a:xfrm>
            <a:off x="374872" y="813714"/>
            <a:ext cx="11298319" cy="0"/>
          </a:xfrm>
          <a:prstGeom prst="line">
            <a:avLst/>
          </a:prstGeom>
          <a:ln w="19050">
            <a:solidFill>
              <a:srgbClr val="0041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06429" y="280433"/>
            <a:ext cx="1547388" cy="411717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6575898"/>
            <a:ext cx="12192000" cy="282102"/>
          </a:xfrm>
          <a:prstGeom prst="rect">
            <a:avLst/>
          </a:prstGeom>
          <a:solidFill>
            <a:srgbClr val="0041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544753" y="342543"/>
            <a:ext cx="36000" cy="360000"/>
          </a:xfrm>
          <a:prstGeom prst="rect">
            <a:avLst/>
          </a:prstGeom>
          <a:solidFill>
            <a:srgbClr val="0041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473416" y="339302"/>
            <a:ext cx="36000" cy="360000"/>
          </a:xfrm>
          <a:prstGeom prst="rect">
            <a:avLst/>
          </a:prstGeom>
          <a:solidFill>
            <a:srgbClr val="0041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5"/>
          <p:cNvSpPr txBox="1"/>
          <p:nvPr userDrawn="1"/>
        </p:nvSpPr>
        <p:spPr>
          <a:xfrm>
            <a:off x="9063527" y="653438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BB419E0-9CDB-EC4D-8DD1-0E3212333B30}" type="slidenum">
              <a:rPr kumimoji="1" lang="zh-CN" altLang="en-US" smtClean="0"/>
              <a:t>‹#›</a:t>
            </a:fld>
            <a:r>
              <a:rPr kumimoji="1" lang="en-US" altLang="zh-CN" dirty="0"/>
              <a:t>/42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561AE-9D46-4341-B425-B54A5B22B02F}" type="datetimeFigureOut">
              <a:rPr kumimoji="1" lang="zh-CN" altLang="en-US" smtClean="0"/>
              <a:t>2025/3/29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BB419E0-9CDB-EC4D-8DD1-0E3212333B30}" type="slidenum">
              <a:rPr kumimoji="1" lang="zh-CN" altLang="en-US" smtClean="0"/>
              <a:t>‹#›</a:t>
            </a:fld>
            <a:r>
              <a:rPr kumimoji="1" lang="en-US" altLang="zh-CN" dirty="0"/>
              <a:t>/54</a:t>
            </a:r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0" y="191262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GADI</a:t>
            </a:r>
            <a:r>
              <a:rPr lang="zh-CN" altLang="en-US" sz="4000" b="1" dirty="0"/>
              <a:t>迭代法与混合精度</a:t>
            </a:r>
          </a:p>
        </p:txBody>
      </p:sp>
      <p:sp>
        <p:nvSpPr>
          <p:cNvPr id="12" name="矩形 11"/>
          <p:cNvSpPr/>
          <p:nvPr/>
        </p:nvSpPr>
        <p:spPr>
          <a:xfrm>
            <a:off x="0" y="6575898"/>
            <a:ext cx="12192000" cy="282102"/>
          </a:xfrm>
          <a:prstGeom prst="rect">
            <a:avLst/>
          </a:prstGeom>
          <a:solidFill>
            <a:srgbClr val="0041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CustomShape 2"/>
          <p:cNvSpPr>
            <a:spLocks noChangeArrowheads="1"/>
          </p:cNvSpPr>
          <p:nvPr/>
        </p:nvSpPr>
        <p:spPr bwMode="auto">
          <a:xfrm>
            <a:off x="-635" y="3195955"/>
            <a:ext cx="12192635" cy="26350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0000" tIns="45000" rIns="90000" bIns="45000"/>
          <a:lstStyle/>
          <a:p>
            <a:pPr algn="ctr">
              <a:lnSpc>
                <a:spcPct val="160000"/>
              </a:lnSpc>
            </a:pPr>
            <a:r>
              <a:rPr lang="zh-CN" altLang="en-US" sz="2400" b="1" dirty="0">
                <a:solidFill>
                  <a:srgbClr val="000000"/>
                </a:solidFill>
                <a:ea typeface="华文楷体" panose="02010600040101010101" charset="-122"/>
              </a:rPr>
              <a:t>葛继峰    湘潭大学</a:t>
            </a:r>
            <a:endParaRPr lang="en-US" altLang="zh-CN" sz="2400" b="1" dirty="0">
              <a:solidFill>
                <a:srgbClr val="000000"/>
              </a:solidFill>
              <a:ea typeface="华文楷体" panose="02010600040101010101" charset="-122"/>
            </a:endParaRPr>
          </a:p>
          <a:p>
            <a:pPr algn="ctr">
              <a:lnSpc>
                <a:spcPct val="160000"/>
              </a:lnSpc>
            </a:pPr>
            <a:r>
              <a:rPr lang="zh-CN" altLang="en-US" sz="2400" b="1" dirty="0">
                <a:solidFill>
                  <a:srgbClr val="000000"/>
                </a:solidFill>
                <a:ea typeface="华文楷体" panose="02010600040101010101" charset="-122"/>
              </a:rPr>
              <a:t>指导老师：张娟</a:t>
            </a:r>
          </a:p>
          <a:p>
            <a:pPr algn="ctr">
              <a:lnSpc>
                <a:spcPct val="160000"/>
              </a:lnSpc>
            </a:pPr>
            <a:r>
              <a:rPr lang="en-US" altLang="zh-CN" sz="2400" b="1" dirty="0">
                <a:solidFill>
                  <a:srgbClr val="000000"/>
                </a:solidFill>
                <a:ea typeface="华文楷体" panose="02010600040101010101" charset="-122"/>
              </a:rPr>
              <a:t>2025</a:t>
            </a:r>
            <a:endParaRPr lang="zh-CN" altLang="en-US" sz="2400" b="1" dirty="0">
              <a:solidFill>
                <a:srgbClr val="000000"/>
              </a:solidFill>
              <a:ea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 80"/>
          <p:cNvSpPr/>
          <p:nvPr/>
        </p:nvSpPr>
        <p:spPr>
          <a:xfrm>
            <a:off x="633508" y="0"/>
            <a:ext cx="2459888" cy="3757728"/>
          </a:xfrm>
          <a:prstGeom prst="rect">
            <a:avLst/>
          </a:prstGeom>
          <a:solidFill>
            <a:srgbClr val="0041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0" y="6575898"/>
            <a:ext cx="12192000" cy="282102"/>
          </a:xfrm>
          <a:prstGeom prst="rect">
            <a:avLst/>
          </a:prstGeom>
          <a:solidFill>
            <a:srgbClr val="0041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33508" y="3803976"/>
            <a:ext cx="2459888" cy="54000"/>
          </a:xfrm>
          <a:prstGeom prst="rect">
            <a:avLst/>
          </a:prstGeom>
          <a:solidFill>
            <a:srgbClr val="0041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72000" rIns="91440" bIns="72000"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61503" y="2467424"/>
            <a:ext cx="2003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>
            <p:custDataLst>
              <p:tags r:id="rId1"/>
            </p:custDataLst>
          </p:nvPr>
        </p:nvGrpSpPr>
        <p:grpSpPr>
          <a:xfrm>
            <a:off x="3576319" y="1190231"/>
            <a:ext cx="7396489" cy="830997"/>
            <a:chOff x="6141" y="1642"/>
            <a:chExt cx="11648" cy="1309"/>
          </a:xfrm>
        </p:grpSpPr>
        <p:sp>
          <p:nvSpPr>
            <p:cNvPr id="7" name="文本框 6"/>
            <p:cNvSpPr txBox="1"/>
            <p:nvPr>
              <p:custDataLst>
                <p:tags r:id="rId11"/>
              </p:custDataLst>
            </p:nvPr>
          </p:nvSpPr>
          <p:spPr>
            <a:xfrm>
              <a:off x="7700" y="1792"/>
              <a:ext cx="1008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</a:rPr>
                <a:t>GADI</a:t>
              </a:r>
              <a:r>
                <a:rPr lang="zh-CN" altLang="en-US" sz="3200" b="1" dirty="0"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</a:rPr>
                <a:t>迭代法</a:t>
              </a:r>
            </a:p>
          </p:txBody>
        </p:sp>
        <p:sp>
          <p:nvSpPr>
            <p:cNvPr id="23" name="矩形 22"/>
            <p:cNvSpPr/>
            <p:nvPr>
              <p:custDataLst>
                <p:tags r:id="rId12"/>
              </p:custDataLst>
            </p:nvPr>
          </p:nvSpPr>
          <p:spPr>
            <a:xfrm>
              <a:off x="6141" y="1642"/>
              <a:ext cx="1260" cy="130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48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</a:rPr>
                <a:t>01</a:t>
              </a:r>
              <a:endParaRPr lang="zh-CN" altLang="en-US" sz="4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2"/>
            </p:custDataLst>
          </p:nvPr>
        </p:nvGrpSpPr>
        <p:grpSpPr>
          <a:xfrm>
            <a:off x="3575684" y="2941161"/>
            <a:ext cx="7415530" cy="831215"/>
            <a:chOff x="6141" y="2960"/>
            <a:chExt cx="11678" cy="1309"/>
          </a:xfrm>
        </p:grpSpPr>
        <p:sp>
          <p:nvSpPr>
            <p:cNvPr id="21" name="文本框 20"/>
            <p:cNvSpPr txBox="1"/>
            <p:nvPr>
              <p:custDataLst>
                <p:tags r:id="rId9"/>
              </p:custDataLst>
            </p:nvPr>
          </p:nvSpPr>
          <p:spPr>
            <a:xfrm>
              <a:off x="7739" y="3124"/>
              <a:ext cx="1008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</a:rPr>
                <a:t>参数</a:t>
              </a:r>
              <a:r>
                <a:rPr lang="en-US" altLang="zh-CN" sz="3200" b="1" dirty="0"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</a:rPr>
                <a:t>α</a:t>
              </a:r>
              <a:r>
                <a:rPr lang="zh-CN" altLang="en-US" sz="3200" b="1" dirty="0"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</a:rPr>
                <a:t>与低精度计算</a:t>
              </a:r>
            </a:p>
          </p:txBody>
        </p:sp>
        <p:sp>
          <p:nvSpPr>
            <p:cNvPr id="31" name="矩形 30"/>
            <p:cNvSpPr/>
            <p:nvPr>
              <p:custDataLst>
                <p:tags r:id="rId10"/>
              </p:custDataLst>
            </p:nvPr>
          </p:nvSpPr>
          <p:spPr>
            <a:xfrm>
              <a:off x="6141" y="2960"/>
              <a:ext cx="1260" cy="130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48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</a:rPr>
                <a:t>03</a:t>
              </a:r>
              <a:endParaRPr lang="zh-CN" altLang="en-US" sz="4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3575684" y="3857976"/>
            <a:ext cx="7433319" cy="831215"/>
            <a:chOff x="6140" y="4431"/>
            <a:chExt cx="11706" cy="1309"/>
          </a:xfrm>
        </p:grpSpPr>
        <p:sp>
          <p:nvSpPr>
            <p:cNvPr id="22" name="文本框 21"/>
            <p:cNvSpPr txBox="1"/>
            <p:nvPr>
              <p:custDataLst>
                <p:tags r:id="rId7"/>
              </p:custDataLst>
            </p:nvPr>
          </p:nvSpPr>
          <p:spPr>
            <a:xfrm>
              <a:off x="7765" y="4610"/>
              <a:ext cx="10081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</a:rPr>
                <a:t>数值算例</a:t>
              </a:r>
            </a:p>
          </p:txBody>
        </p:sp>
        <p:sp>
          <p:nvSpPr>
            <p:cNvPr id="34" name="矩形 33"/>
            <p:cNvSpPr/>
            <p:nvPr>
              <p:custDataLst>
                <p:tags r:id="rId8"/>
              </p:custDataLst>
            </p:nvPr>
          </p:nvSpPr>
          <p:spPr>
            <a:xfrm>
              <a:off x="6140" y="4431"/>
              <a:ext cx="1260" cy="130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48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</a:rPr>
                <a:t>04</a:t>
              </a:r>
              <a:endParaRPr lang="zh-CN" altLang="en-US" sz="4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085C96EA-A855-EB74-7F3E-F31AB250B3F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3575684" y="2024564"/>
            <a:ext cx="7397124" cy="830997"/>
            <a:chOff x="6140" y="1642"/>
            <a:chExt cx="11649" cy="1309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0E5E861-D05B-C1A3-A4CA-9C764EDCA600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7700" y="1792"/>
              <a:ext cx="1008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</a:rPr>
                <a:t>混合精度</a:t>
              </a:r>
              <a:r>
                <a:rPr lang="en-US" altLang="zh-CN" sz="3200" b="1" dirty="0"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</a:rPr>
                <a:t>GADI</a:t>
              </a:r>
              <a:r>
                <a:rPr lang="zh-CN" altLang="en-US" sz="3200" b="1" dirty="0"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</a:rPr>
                <a:t>迭代法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70BD8DC-ACC5-C2EA-1D7B-9CA066063D0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140" y="1642"/>
              <a:ext cx="1260" cy="1309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48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华文楷体" panose="02010600040101010101" charset="-122"/>
                  <a:cs typeface="Times New Roman" panose="02020603050405020304" pitchFamily="18" charset="0"/>
                </a:rPr>
                <a:t>02</a:t>
              </a:r>
              <a:endParaRPr lang="zh-CN" altLang="en-US" sz="4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3812" y="240335"/>
            <a:ext cx="67254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+mn-ea"/>
                <a:cs typeface="Times New Roman" panose="02020603050405020304" pitchFamily="18" charset="0"/>
              </a:rPr>
              <a:t>ADI</a:t>
            </a:r>
            <a:r>
              <a:rPr lang="zh-CN" altLang="en-US" sz="2800" b="1" dirty="0">
                <a:latin typeface="+mn-ea"/>
                <a:cs typeface="Times New Roman" panose="02020603050405020304" pitchFamily="18" charset="0"/>
              </a:rPr>
              <a:t>迭代法与</a:t>
            </a:r>
            <a:r>
              <a:rPr lang="en-US" altLang="zh-CN" sz="2800" b="1" dirty="0">
                <a:latin typeface="+mn-ea"/>
                <a:cs typeface="Times New Roman" panose="02020603050405020304" pitchFamily="18" charset="0"/>
              </a:rPr>
              <a:t>GADI</a:t>
            </a:r>
            <a:r>
              <a:rPr lang="zh-CN" altLang="en-US" sz="2800" b="1" dirty="0">
                <a:latin typeface="+mn-ea"/>
                <a:cs typeface="Times New Roman" panose="02020603050405020304" pitchFamily="18" charset="0"/>
              </a:rPr>
              <a:t>迭代框架</a:t>
            </a:r>
          </a:p>
          <a:p>
            <a:endParaRPr lang="en-US" altLang="zh-CN" sz="2800" b="1" dirty="0">
              <a:effectLst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74272BD-51FB-F2B7-2CE2-A9F28A8E5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570" y="1034797"/>
            <a:ext cx="6034620" cy="239420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EE25A-54DB-BB78-1235-D71DFD1EE1CF}"/>
              </a:ext>
            </a:extLst>
          </p:cNvPr>
          <p:cNvSpPr txBox="1"/>
          <p:nvPr/>
        </p:nvSpPr>
        <p:spPr>
          <a:xfrm>
            <a:off x="576636" y="1209873"/>
            <a:ext cx="4278700" cy="234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矩阵分裂法（</a:t>
            </a:r>
            <a:r>
              <a:rPr lang="en-US" altLang="zh-CN" sz="2000" b="1" dirty="0"/>
              <a:t>Matrix Splitting Methods</a:t>
            </a:r>
            <a:r>
              <a:rPr lang="zh-CN" altLang="en-US" sz="2000" b="1" dirty="0"/>
              <a:t>）是一类用于求解线性方程组 </a:t>
            </a:r>
            <a:r>
              <a:rPr lang="en-US" altLang="zh-CN" sz="2000" b="1" dirty="0"/>
              <a:t>Ax=b </a:t>
            </a:r>
            <a:r>
              <a:rPr lang="zh-CN" altLang="en-US" sz="2000" b="1" dirty="0"/>
              <a:t>的迭代方法。其基本思想是将矩阵分裂成两个或多个子矩阵，以简化计算过程。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23898C5-F590-C20E-C3DB-600F09C0E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9214" y="4052947"/>
            <a:ext cx="7049484" cy="1057423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44148FB-8F3D-D00C-B207-F8C01764B376}"/>
              </a:ext>
            </a:extLst>
          </p:cNvPr>
          <p:cNvCxnSpPr>
            <a:cxnSpLocks/>
          </p:cNvCxnSpPr>
          <p:nvPr/>
        </p:nvCxnSpPr>
        <p:spPr>
          <a:xfrm flipH="1">
            <a:off x="6568225" y="3429000"/>
            <a:ext cx="768441" cy="62394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7CA4898-575D-02D5-A3AE-0C41ABCFCBDD}"/>
              </a:ext>
            </a:extLst>
          </p:cNvPr>
          <p:cNvSpPr txBox="1"/>
          <p:nvPr/>
        </p:nvSpPr>
        <p:spPr>
          <a:xfrm>
            <a:off x="907960" y="5408988"/>
            <a:ext cx="10702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通过修改</a:t>
            </a:r>
            <a:r>
              <a:rPr lang="en-US" altLang="zh-CN" dirty="0"/>
              <a:t>ADI</a:t>
            </a:r>
            <a:r>
              <a:rPr lang="zh-CN" altLang="en-US" dirty="0"/>
              <a:t>迭代法，设计了一种广义的</a:t>
            </a:r>
            <a:r>
              <a:rPr lang="en-US" altLang="zh-CN" dirty="0"/>
              <a:t>ADI</a:t>
            </a:r>
            <a:r>
              <a:rPr lang="zh-CN" altLang="en-US" dirty="0"/>
              <a:t>迭代方法</a:t>
            </a:r>
            <a:r>
              <a:rPr lang="en-US" altLang="zh-CN" dirty="0"/>
              <a:t>GADI</a:t>
            </a:r>
            <a:r>
              <a:rPr lang="zh-CN" altLang="en-US" dirty="0"/>
              <a:t>，在</a:t>
            </a:r>
            <a:r>
              <a:rPr lang="en-US" altLang="zh-CN" dirty="0"/>
              <a:t>GADI</a:t>
            </a:r>
            <a:r>
              <a:rPr lang="zh-CN" altLang="en-US" dirty="0"/>
              <a:t>中通过对</a:t>
            </a:r>
            <a:r>
              <a:rPr lang="el-GR" altLang="zh-CN" dirty="0"/>
              <a:t>ω</a:t>
            </a:r>
            <a:r>
              <a:rPr lang="zh-CN" altLang="en-US" dirty="0"/>
              <a:t>取不同的值和不同的矩阵分裂方式，可以获得</a:t>
            </a:r>
            <a:r>
              <a:rPr lang="en-US" altLang="zh-CN" dirty="0"/>
              <a:t>HSS</a:t>
            </a:r>
            <a:r>
              <a:rPr lang="zh-CN" altLang="en-US" dirty="0"/>
              <a:t>，</a:t>
            </a:r>
            <a:r>
              <a:rPr lang="en-US" altLang="zh-CN" dirty="0"/>
              <a:t>DRS</a:t>
            </a:r>
            <a:r>
              <a:rPr lang="zh-CN" altLang="en-US" dirty="0"/>
              <a:t>等迭代方法。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3812" y="240335"/>
            <a:ext cx="67254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+mn-ea"/>
                <a:cs typeface="Times New Roman" panose="02020603050405020304" pitchFamily="18" charset="0"/>
              </a:rPr>
              <a:t>GADI</a:t>
            </a:r>
            <a:r>
              <a:rPr lang="zh-CN" altLang="en-US" sz="2800" b="1" dirty="0">
                <a:latin typeface="+mn-ea"/>
                <a:cs typeface="Times New Roman" panose="02020603050405020304" pitchFamily="18" charset="0"/>
              </a:rPr>
              <a:t>迭代框架与</a:t>
            </a:r>
            <a:r>
              <a:rPr lang="en-US" altLang="zh-CN" sz="2800" b="1" dirty="0">
                <a:latin typeface="+mn-ea"/>
                <a:cs typeface="Times New Roman" panose="02020603050405020304" pitchFamily="18" charset="0"/>
              </a:rPr>
              <a:t>HSS</a:t>
            </a:r>
            <a:r>
              <a:rPr lang="zh-CN" altLang="en-US" sz="2800" b="1" dirty="0">
                <a:latin typeface="+mn-ea"/>
                <a:cs typeface="Times New Roman" panose="02020603050405020304" pitchFamily="18" charset="0"/>
              </a:rPr>
              <a:t>迭代法</a:t>
            </a:r>
          </a:p>
          <a:p>
            <a:endParaRPr lang="en-US" altLang="zh-CN" sz="2800" b="1" dirty="0">
              <a:effectLst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89B048-114D-D01F-DCF9-736452F58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12" y="1194442"/>
            <a:ext cx="9145276" cy="439163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58708D5-FF7A-BA40-47D9-B28DE67DF587}"/>
              </a:ext>
            </a:extLst>
          </p:cNvPr>
          <p:cNvSpPr txBox="1"/>
          <p:nvPr/>
        </p:nvSpPr>
        <p:spPr>
          <a:xfrm>
            <a:off x="983812" y="5627001"/>
            <a:ext cx="832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其他迭代法例如</a:t>
            </a:r>
            <a:r>
              <a:rPr lang="en-US" altLang="zh-CN" dirty="0"/>
              <a:t>PRS</a:t>
            </a:r>
            <a:r>
              <a:rPr lang="zh-CN" altLang="en-US" dirty="0"/>
              <a:t>迭代等也可以通过在</a:t>
            </a:r>
            <a:r>
              <a:rPr lang="en-US" altLang="zh-CN" dirty="0"/>
              <a:t>GADI</a:t>
            </a:r>
            <a:r>
              <a:rPr lang="zh-CN" altLang="en-US" dirty="0"/>
              <a:t>迭代框架中取不同的参数值获得。</a:t>
            </a:r>
          </a:p>
        </p:txBody>
      </p:sp>
    </p:spTree>
    <p:extLst>
      <p:ext uri="{BB962C8B-B14F-4D97-AF65-F5344CB8AC3E}">
        <p14:creationId xmlns:p14="http://schemas.microsoft.com/office/powerpoint/2010/main" val="3515499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3812" y="240335"/>
            <a:ext cx="67254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ea typeface="华文楷体" panose="02010600040101010101" charset="-122"/>
                <a:cs typeface="方正隶书_GBK" panose="02000000000000000000" charset="-122"/>
                <a:sym typeface="+mn-ea"/>
              </a:rPr>
              <a:t> </a:t>
            </a:r>
            <a:r>
              <a:rPr lang="zh-CN" altLang="en-US" sz="2800" b="1" dirty="0">
                <a:latin typeface="+mn-ea"/>
                <a:cs typeface="Times New Roman" panose="02020603050405020304" pitchFamily="18" charset="0"/>
                <a:sym typeface="+mn-ea"/>
              </a:rPr>
              <a:t>混合精度</a:t>
            </a:r>
            <a:r>
              <a:rPr lang="en-US" altLang="zh-CN" sz="2800" b="1" dirty="0">
                <a:latin typeface="+mn-ea"/>
                <a:cs typeface="Times New Roman" panose="02020603050405020304" pitchFamily="18" charset="0"/>
              </a:rPr>
              <a:t>GADI</a:t>
            </a:r>
            <a:r>
              <a:rPr lang="zh-CN" altLang="en-US" sz="2800" b="1" dirty="0">
                <a:latin typeface="+mn-ea"/>
                <a:cs typeface="Times New Roman" panose="02020603050405020304" pitchFamily="18" charset="0"/>
              </a:rPr>
              <a:t>迭代法</a:t>
            </a:r>
          </a:p>
          <a:p>
            <a:endParaRPr lang="en-US" altLang="zh-CN" sz="2800" b="1" dirty="0">
              <a:effectLst/>
            </a:endParaRPr>
          </a:p>
        </p:txBody>
      </p:sp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876840" y="959432"/>
            <a:ext cx="4321652" cy="5024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665" dirty="0"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GADI</a:t>
            </a:r>
            <a:r>
              <a:rPr lang="zh-CN" altLang="en-US" sz="2665" dirty="0"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迭代框架算法流程</a:t>
            </a:r>
            <a:endParaRPr lang="en-US" altLang="zh-CN" sz="2665" dirty="0">
              <a:latin typeface="Times New Roman" panose="02020603050405020304" pitchFamily="18" charset="0"/>
              <a:ea typeface="华文楷体" panose="0201060004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38AEFD-F782-E480-62D7-09EE62E4B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416" y="1545590"/>
            <a:ext cx="5700323" cy="2255933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4066BF2-B26C-611E-2A73-D95AC2883826}"/>
              </a:ext>
            </a:extLst>
          </p:cNvPr>
          <p:cNvCxnSpPr/>
          <p:nvPr/>
        </p:nvCxnSpPr>
        <p:spPr>
          <a:xfrm>
            <a:off x="2987899" y="3801523"/>
            <a:ext cx="0" cy="5795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9E4DDF7F-1657-38F4-0D03-11C0FB160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0" y="4381072"/>
            <a:ext cx="6894557" cy="202941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9FB97D2-6EE7-E0C7-8BF2-99352AEDF354}"/>
              </a:ext>
            </a:extLst>
          </p:cNvPr>
          <p:cNvSpPr txBox="1"/>
          <p:nvPr/>
        </p:nvSpPr>
        <p:spPr>
          <a:xfrm>
            <a:off x="7463307" y="1889003"/>
            <a:ext cx="4168462" cy="1286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根据</a:t>
            </a:r>
            <a:r>
              <a:rPr lang="en-US" altLang="zh-CN" dirty="0"/>
              <a:t>GADI</a:t>
            </a:r>
            <a:r>
              <a:rPr lang="zh-CN" altLang="en-US" dirty="0"/>
              <a:t>迭代框架的算法特点，对其使用细化迭代，获得三种精度版本的</a:t>
            </a:r>
            <a:r>
              <a:rPr lang="en-US" altLang="zh-CN" dirty="0"/>
              <a:t>GADI</a:t>
            </a:r>
            <a:r>
              <a:rPr lang="zh-CN" altLang="en-US" dirty="0"/>
              <a:t>迭代框架。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322385E-3860-5F36-2FBB-FD3DEB8B1A6C}"/>
              </a:ext>
            </a:extLst>
          </p:cNvPr>
          <p:cNvCxnSpPr/>
          <p:nvPr/>
        </p:nvCxnSpPr>
        <p:spPr>
          <a:xfrm flipH="1">
            <a:off x="7547113" y="3525078"/>
            <a:ext cx="477078" cy="768626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F8167E12-6A97-A01D-B341-B1DB7041C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622" y="3525078"/>
            <a:ext cx="2562583" cy="18385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41EE377-2775-3191-187D-BD47E6EFDD3A}"/>
                  </a:ext>
                </a:extLst>
              </p:cNvPr>
              <p:cNvSpPr txBox="1"/>
              <p:nvPr/>
            </p:nvSpPr>
            <p:spPr>
              <a:xfrm>
                <a:off x="8353277" y="5690376"/>
                <a:ext cx="2965492" cy="337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精度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必须满足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41EE377-2775-3191-187D-BD47E6EFD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277" y="5690376"/>
                <a:ext cx="2965492" cy="337721"/>
              </a:xfrm>
              <a:prstGeom prst="rect">
                <a:avLst/>
              </a:prstGeom>
              <a:blipFill>
                <a:blip r:embed="rId5"/>
                <a:stretch>
                  <a:fillRect l="-2464" t="-8929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4535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49193-2859-7272-4F94-67E5E9EE1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F2CD537-7886-7D2B-D898-71841C2EAEA1}"/>
              </a:ext>
            </a:extLst>
          </p:cNvPr>
          <p:cNvSpPr txBox="1"/>
          <p:nvPr/>
        </p:nvSpPr>
        <p:spPr>
          <a:xfrm>
            <a:off x="983812" y="240335"/>
            <a:ext cx="67254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ea typeface="华文楷体" panose="02010600040101010101" charset="-122"/>
                <a:cs typeface="方正隶书_GBK" panose="02000000000000000000" charset="-122"/>
                <a:sym typeface="+mn-ea"/>
              </a:rPr>
              <a:t> </a:t>
            </a:r>
            <a:r>
              <a:rPr lang="zh-CN" altLang="en-US" sz="2800" b="1" dirty="0">
                <a:latin typeface="+mn-ea"/>
                <a:cs typeface="Times New Roman" panose="02020603050405020304" pitchFamily="18" charset="0"/>
                <a:sym typeface="+mn-ea"/>
              </a:rPr>
              <a:t>混合精度</a:t>
            </a:r>
            <a:r>
              <a:rPr lang="en-US" altLang="zh-CN" sz="2800" b="1" dirty="0">
                <a:latin typeface="+mn-ea"/>
                <a:cs typeface="Times New Roman" panose="02020603050405020304" pitchFamily="18" charset="0"/>
              </a:rPr>
              <a:t>GADI</a:t>
            </a:r>
            <a:r>
              <a:rPr lang="zh-CN" altLang="en-US" sz="2800" b="1" dirty="0">
                <a:latin typeface="+mn-ea"/>
                <a:cs typeface="Times New Roman" panose="02020603050405020304" pitchFamily="18" charset="0"/>
              </a:rPr>
              <a:t>迭代法误差分析</a:t>
            </a:r>
          </a:p>
          <a:p>
            <a:endParaRPr lang="en-US" altLang="zh-CN" sz="2800" b="1" dirty="0">
              <a:effectLst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6ABC9F05-F135-335C-7D9E-DD999A6CC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70" y="1246219"/>
            <a:ext cx="4321652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dirty="0"/>
              <a:t>Forward Analysis: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31588CF-7E6B-FD17-DE02-60E4DA181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8" y="4212139"/>
            <a:ext cx="5887272" cy="1752845"/>
          </a:xfrm>
          <a:prstGeom prst="rect">
            <a:avLst/>
          </a:prstGeom>
        </p:spPr>
      </p:pic>
      <p:sp>
        <p:nvSpPr>
          <p:cNvPr id="6" name="矩形 2">
            <a:extLst>
              <a:ext uri="{FF2B5EF4-FFF2-40B4-BE49-F238E27FC236}">
                <a16:creationId xmlns:a16="http://schemas.microsoft.com/office/drawing/2014/main" id="{C7670235-0F72-D098-1B13-5A7894489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4431" y="1246219"/>
            <a:ext cx="4321652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dirty="0"/>
              <a:t>Backward Analysis: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3848355-0B16-C116-36D6-2505B4B1F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577" y="2206266"/>
            <a:ext cx="5887272" cy="253504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DAA2372-A131-89DC-968F-351C73A13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62" y="2117965"/>
            <a:ext cx="5663951" cy="151917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A90BC0D-729E-D8EC-78F6-9A9ED8A42FC0}"/>
              </a:ext>
            </a:extLst>
          </p:cNvPr>
          <p:cNvSpPr txBox="1"/>
          <p:nvPr/>
        </p:nvSpPr>
        <p:spPr>
          <a:xfrm>
            <a:off x="6448117" y="5178139"/>
            <a:ext cx="5273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向前向后误差分析均表明混合精度的</a:t>
            </a:r>
            <a:r>
              <a:rPr lang="en-US" altLang="zh-CN" dirty="0"/>
              <a:t>GADI</a:t>
            </a:r>
            <a:r>
              <a:rPr lang="zh-CN" altLang="en-US" dirty="0"/>
              <a:t>迭代算法可以收敛</a:t>
            </a:r>
          </a:p>
        </p:txBody>
      </p:sp>
    </p:spTree>
    <p:extLst>
      <p:ext uri="{BB962C8B-B14F-4D97-AF65-F5344CB8AC3E}">
        <p14:creationId xmlns:p14="http://schemas.microsoft.com/office/powerpoint/2010/main" val="31814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8E751-4E9D-0CB9-8AED-A76453A49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BA98C64-B297-36F8-AC17-35D0718FECB4}"/>
              </a:ext>
            </a:extLst>
          </p:cNvPr>
          <p:cNvSpPr txBox="1"/>
          <p:nvPr/>
        </p:nvSpPr>
        <p:spPr>
          <a:xfrm>
            <a:off x="983812" y="240335"/>
            <a:ext cx="67254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n-ea"/>
                <a:cs typeface="Times New Roman" panose="02020603050405020304" pitchFamily="18" charset="0"/>
              </a:rPr>
              <a:t>参数</a:t>
            </a:r>
            <a:r>
              <a:rPr lang="el-GR" altLang="zh-CN" sz="2800" b="1" dirty="0">
                <a:latin typeface="+mn-ea"/>
                <a:cs typeface="Times New Roman" panose="02020603050405020304" pitchFamily="18" charset="0"/>
              </a:rPr>
              <a:t>α</a:t>
            </a:r>
            <a:r>
              <a:rPr lang="zh-CN" altLang="en-US" sz="2800" b="1" dirty="0">
                <a:latin typeface="+mn-ea"/>
                <a:cs typeface="Times New Roman" panose="02020603050405020304" pitchFamily="18" charset="0"/>
              </a:rPr>
              <a:t>与低精度计算</a:t>
            </a:r>
          </a:p>
          <a:p>
            <a:endParaRPr lang="en-US" altLang="zh-CN" sz="2800" b="1" dirty="0">
              <a:effectLst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6596A087-2AC6-CAE9-3801-7474DFC99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922" y="1053501"/>
            <a:ext cx="4321652" cy="502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665" b="1" dirty="0">
                <a:latin typeface="+mn-ea"/>
                <a:cs typeface="Times New Roman" panose="02020603050405020304" pitchFamily="18" charset="0"/>
              </a:rPr>
              <a:t>参数选择</a:t>
            </a:r>
            <a:endParaRPr lang="en-US" altLang="zh-CN" sz="2665" b="1" dirty="0">
              <a:latin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20DCC1F-4CF9-EB16-4DC5-A2A107CAC129}"/>
                  </a:ext>
                </a:extLst>
              </p:cNvPr>
              <p:cNvSpPr txBox="1"/>
              <p:nvPr/>
            </p:nvSpPr>
            <p:spPr>
              <a:xfrm>
                <a:off x="873922" y="1556267"/>
                <a:ext cx="10444156" cy="1980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000" b="1" dirty="0"/>
                  <a:t>  GADI</a:t>
                </a:r>
                <a:r>
                  <a:rPr lang="zh-CN" altLang="en-US" sz="2000" b="1" dirty="0"/>
                  <a:t>方法的有效性对分裂参数非常敏感。如何高效且准确地获得相对最优的分裂参数是一个挑战。</a:t>
                </a:r>
                <a:endParaRPr lang="en-US" altLang="zh-CN" sz="2000" b="1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000" b="1" dirty="0"/>
                  <a:t>遍历法</a:t>
                </a:r>
                <a:endParaRPr lang="en-US" altLang="zh-CN" sz="2000" b="1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2000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b="1" i="1" smtClean="0"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𝒎𝒂𝒙</m:t>
                            </m:r>
                          </m:sub>
                        </m:s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b="1" i="1"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𝒎𝒊𝒏</m:t>
                            </m:r>
                          </m:sub>
                        </m:s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endParaRPr lang="en-US" altLang="zh-CN" sz="2000" b="1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20DCC1F-4CF9-EB16-4DC5-A2A107CAC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922" y="1556267"/>
                <a:ext cx="10444156" cy="1980029"/>
              </a:xfrm>
              <a:prstGeom prst="rect">
                <a:avLst/>
              </a:prstGeom>
              <a:blipFill>
                <a:blip r:embed="rId2"/>
                <a:stretch>
                  <a:fillRect l="-583" r="-583" b="-2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2">
            <a:extLst>
              <a:ext uri="{FF2B5EF4-FFF2-40B4-BE49-F238E27FC236}">
                <a16:creationId xmlns:a16="http://schemas.microsoft.com/office/drawing/2014/main" id="{B82B4BB6-ABAC-D41D-7F2F-B8B38D3DE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922" y="3646738"/>
            <a:ext cx="4321652" cy="502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665" b="1" dirty="0">
                <a:latin typeface="+mn-ea"/>
                <a:cs typeface="Times New Roman" panose="02020603050405020304" pitchFamily="18" charset="0"/>
              </a:rPr>
              <a:t>GPR</a:t>
            </a:r>
            <a:r>
              <a:rPr lang="zh-CN" altLang="en-US" sz="2665" b="1" dirty="0">
                <a:latin typeface="+mn-ea"/>
                <a:cs typeface="Times New Roman" panose="02020603050405020304" pitchFamily="18" charset="0"/>
              </a:rPr>
              <a:t>回归</a:t>
            </a:r>
            <a:endParaRPr lang="en-US" altLang="zh-CN" sz="2665" b="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C3B477-EC74-7489-A5D2-D1ABDEF0F699}"/>
              </a:ext>
            </a:extLst>
          </p:cNvPr>
          <p:cNvSpPr txBox="1"/>
          <p:nvPr/>
        </p:nvSpPr>
        <p:spPr>
          <a:xfrm>
            <a:off x="873922" y="4344482"/>
            <a:ext cx="4274548" cy="1880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这里我们提供了一种基于贝叶斯推断的数据驱动参数选择方法，即高斯过程回归（</a:t>
            </a:r>
            <a:r>
              <a:rPr lang="en-US" altLang="zh-CN" sz="2000" b="1" dirty="0"/>
              <a:t>GPR</a:t>
            </a:r>
            <a:r>
              <a:rPr lang="zh-CN" altLang="en-US" sz="2000" b="1" dirty="0"/>
              <a:t>）方法，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它可以高效地获得准确的分裂参数。</a:t>
            </a:r>
            <a:endParaRPr lang="zh-CN" altLang="en-US" sz="2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268DEAB-7E57-CEDD-82D9-1DA2C3090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642" y="2058805"/>
            <a:ext cx="5315280" cy="432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450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3812" y="240335"/>
            <a:ext cx="67254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n-ea"/>
                <a:cs typeface="Times New Roman" panose="02020603050405020304" pitchFamily="18" charset="0"/>
              </a:rPr>
              <a:t>参数</a:t>
            </a:r>
            <a:r>
              <a:rPr lang="el-GR" altLang="zh-CN" sz="2800" b="1" dirty="0">
                <a:latin typeface="+mn-ea"/>
                <a:cs typeface="Times New Roman" panose="02020603050405020304" pitchFamily="18" charset="0"/>
              </a:rPr>
              <a:t>α</a:t>
            </a:r>
            <a:r>
              <a:rPr lang="zh-CN" altLang="en-US" sz="2800" b="1" dirty="0">
                <a:latin typeface="+mn-ea"/>
                <a:cs typeface="Times New Roman" panose="02020603050405020304" pitchFamily="18" charset="0"/>
              </a:rPr>
              <a:t>与低精度计算</a:t>
            </a:r>
          </a:p>
          <a:p>
            <a:endParaRPr lang="en-US" altLang="zh-CN" sz="2800" b="1" dirty="0">
              <a:effectLst/>
            </a:endParaRPr>
          </a:p>
        </p:txBody>
      </p:sp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873922" y="1053501"/>
            <a:ext cx="4321652" cy="502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665" b="1" dirty="0">
                <a:latin typeface="+mn-ea"/>
                <a:cs typeface="Times New Roman" panose="02020603050405020304" pitchFamily="18" charset="0"/>
              </a:rPr>
              <a:t>混合精度</a:t>
            </a:r>
            <a:r>
              <a:rPr lang="en-US" altLang="zh-CN" sz="2665" b="1" dirty="0">
                <a:latin typeface="+mn-ea"/>
                <a:cs typeface="Times New Roman" panose="02020603050405020304" pitchFamily="18" charset="0"/>
              </a:rPr>
              <a:t>GADI</a:t>
            </a:r>
            <a:r>
              <a:rPr lang="zh-CN" altLang="en-US" sz="2665" b="1" dirty="0">
                <a:latin typeface="+mn-ea"/>
                <a:cs typeface="Times New Roman" panose="02020603050405020304" pitchFamily="18" charset="0"/>
              </a:rPr>
              <a:t>的参数选择</a:t>
            </a:r>
            <a:endParaRPr lang="en-US" altLang="zh-CN" sz="2665" b="1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C344084-52E5-7CB9-F17E-73CB28731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70" y="1611488"/>
            <a:ext cx="4159570" cy="9541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1909DB9-2004-5D2E-C54D-22F1E8EFE6E3}"/>
                  </a:ext>
                </a:extLst>
              </p:cNvPr>
              <p:cNvSpPr txBox="1"/>
              <p:nvPr/>
            </p:nvSpPr>
            <p:spPr>
              <a:xfrm>
                <a:off x="465198" y="2891013"/>
                <a:ext cx="452988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由上面的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向后误差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分析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可以看到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&lt;1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则</m:t>
                    </m:r>
                  </m:oMath>
                </a14:m>
                <a:r>
                  <a:rPr lang="zh-CN" altLang="en-US" dirty="0"/>
                  <a:t>混合精度</a:t>
                </a:r>
                <a:r>
                  <a:rPr lang="en-US" altLang="zh-CN" dirty="0"/>
                  <a:t>GADI</a:t>
                </a:r>
                <a:r>
                  <a:rPr lang="zh-CN" altLang="en-US" dirty="0"/>
                  <a:t>收敛，并且其可以写成以下函数：</a:t>
                </a: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1909DB9-2004-5D2E-C54D-22F1E8EFE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98" y="2891013"/>
                <a:ext cx="4529884" cy="553998"/>
              </a:xfrm>
              <a:prstGeom prst="rect">
                <a:avLst/>
              </a:prstGeom>
              <a:blipFill>
                <a:blip r:embed="rId3"/>
                <a:stretch>
                  <a:fillRect l="-3096" t="-16484" r="-6729" b="-263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283A89DD-DE17-7D51-6B5B-74CF40287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670" y="3794690"/>
            <a:ext cx="4374220" cy="79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F4E32DB-85EE-178D-D702-8A2DDC848048}"/>
                  </a:ext>
                </a:extLst>
              </p:cNvPr>
              <p:cNvSpPr txBox="1"/>
              <p:nvPr/>
            </p:nvSpPr>
            <p:spPr>
              <a:xfrm>
                <a:off x="356015" y="5246512"/>
                <a:ext cx="10118642" cy="668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从上述分析可看出这是一个关于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的递减函数，关于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CN" altLang="en-US" dirty="0"/>
                  <a:t>的递增函数，所以当我们对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CN" altLang="en-US" dirty="0"/>
                  <a:t>选择低精度时，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zh-CN" altLang="en-US" dirty="0"/>
                  <a:t>会增加可能不满足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zh-CN" altLang="en-US" dirty="0"/>
                  <a:t>，而增加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的大小则可以减少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zh-CN" altLang="en-US" dirty="0"/>
                  <a:t>，保证其不超过</a:t>
                </a:r>
                <a:r>
                  <a:rPr lang="en-US" altLang="zh-CN" dirty="0"/>
                  <a:t>1.</a:t>
                </a:r>
                <a:endParaRPr lang="zh-CN" altLang="en-US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F4E32DB-85EE-178D-D702-8A2DDC848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15" y="5246512"/>
                <a:ext cx="10118642" cy="668581"/>
              </a:xfrm>
              <a:prstGeom prst="rect">
                <a:avLst/>
              </a:prstGeom>
              <a:blipFill>
                <a:blip r:embed="rId5"/>
                <a:stretch>
                  <a:fillRect l="-482" t="-8257" b="-146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图片 15">
            <a:extLst>
              <a:ext uri="{FF2B5EF4-FFF2-40B4-BE49-F238E27FC236}">
                <a16:creationId xmlns:a16="http://schemas.microsoft.com/office/drawing/2014/main" id="{D78FAA2E-EBFE-ACC1-6822-01B9BFF581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210" y="1654982"/>
            <a:ext cx="7516883" cy="95410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BD43C138-4497-39EA-3B39-95F2F1A28290}"/>
              </a:ext>
            </a:extLst>
          </p:cNvPr>
          <p:cNvSpPr txBox="1"/>
          <p:nvPr/>
        </p:nvSpPr>
        <p:spPr>
          <a:xfrm>
            <a:off x="6096000" y="306392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其中：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03C8B33-D5F9-2847-D41A-264C6258AA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0877" y="4095029"/>
            <a:ext cx="6049219" cy="73352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A5884852-B7EB-C11B-280B-BF81930980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6214" y="3561989"/>
            <a:ext cx="1066949" cy="409632"/>
          </a:xfrm>
          <a:prstGeom prst="rect">
            <a:avLst/>
          </a:prstGeom>
        </p:spPr>
      </p:pic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6CEDA1A-B67A-BFAA-77CD-86AB56F77D81}"/>
              </a:ext>
            </a:extLst>
          </p:cNvPr>
          <p:cNvCxnSpPr/>
          <p:nvPr/>
        </p:nvCxnSpPr>
        <p:spPr>
          <a:xfrm>
            <a:off x="2060812" y="4616925"/>
            <a:ext cx="0" cy="42326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536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3812" y="240335"/>
            <a:ext cx="6725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+mn-ea"/>
                <a:cs typeface="方正隶书_GBK" panose="02000000000000000000" charset="-122"/>
                <a:sym typeface="+mn-ea"/>
              </a:rPr>
              <a:t> </a:t>
            </a:r>
            <a:r>
              <a:rPr lang="zh-CN" altLang="en-US" sz="2800" b="1" dirty="0">
                <a:latin typeface="+mn-ea"/>
                <a:cs typeface="Times New Roman" panose="02020603050405020304" pitchFamily="18" charset="0"/>
                <a:sym typeface="+mn-ea"/>
              </a:rPr>
              <a:t>数值算例</a:t>
            </a:r>
            <a:endParaRPr lang="en-US" altLang="zh-CN" sz="2800" b="1" dirty="0">
              <a:effectLst/>
              <a:latin typeface="+mn-ea"/>
            </a:endParaRPr>
          </a:p>
        </p:txBody>
      </p:sp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983812" y="1040272"/>
            <a:ext cx="4321652" cy="502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665" dirty="0"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三维对流方程</a:t>
            </a:r>
            <a:endParaRPr lang="en-US" altLang="zh-CN" sz="2665" dirty="0">
              <a:latin typeface="Times New Roman" panose="02020603050405020304" pitchFamily="18" charset="0"/>
              <a:ea typeface="华文楷体" panose="0201060004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55BE614-1B57-6D5E-9D8B-70D6B104C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35" y="1465852"/>
            <a:ext cx="10840963" cy="106694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2DE63A3-ECE4-A186-EABC-BF972AE3041B}"/>
              </a:ext>
            </a:extLst>
          </p:cNvPr>
          <p:cNvSpPr txBox="1"/>
          <p:nvPr/>
        </p:nvSpPr>
        <p:spPr>
          <a:xfrm>
            <a:off x="983812" y="2439826"/>
            <a:ext cx="9925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使用中心差分格式，系数矩阵为：</a:t>
            </a:r>
            <a:endParaRPr lang="en-US" altLang="zh-CN" sz="20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1E75FBF-B7AC-2A8E-18C0-B1A0547FD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12" y="2891600"/>
            <a:ext cx="6373114" cy="6858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D830410-5F6C-AA8B-AA72-ED78DF514606}"/>
                  </a:ext>
                </a:extLst>
              </p:cNvPr>
              <p:cNvSpPr txBox="1"/>
              <p:nvPr/>
            </p:nvSpPr>
            <p:spPr>
              <a:xfrm>
                <a:off x="983812" y="3736724"/>
                <a:ext cx="379719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000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/>
                  <a:t> </a:t>
                </a:r>
                <a:r>
                  <a:rPr lang="zh-CN" altLang="en-US" sz="20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均为</m:t>
                    </m:r>
                  </m:oMath>
                </a14:m>
                <a:r>
                  <a:rPr lang="zh-CN" altLang="en-US" sz="2000" dirty="0"/>
                  <a:t>三对角矩阵</a:t>
                </a:r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D830410-5F6C-AA8B-AA72-ED78DF514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812" y="3736724"/>
                <a:ext cx="3797193" cy="400110"/>
              </a:xfrm>
              <a:prstGeom prst="rect">
                <a:avLst/>
              </a:prstGeom>
              <a:blipFill>
                <a:blip r:embed="rId4"/>
                <a:stretch>
                  <a:fillRect l="-1605" t="-12121" r="-1124" b="-2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AAB964E2-A2EB-26C2-8900-E07B3EA4EDCA}"/>
              </a:ext>
            </a:extLst>
          </p:cNvPr>
          <p:cNvSpPr txBox="1"/>
          <p:nvPr/>
        </p:nvSpPr>
        <p:spPr>
          <a:xfrm>
            <a:off x="983812" y="4363648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/>
              <a:t>HS</a:t>
            </a:r>
            <a:r>
              <a:rPr lang="zh-CN" altLang="en-US" dirty="0"/>
              <a:t>分裂：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E06FD0A-1AF8-8B55-C320-24A3394E63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812" y="4959794"/>
            <a:ext cx="4804207" cy="112586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2939A0D-A1F2-1FF0-294F-52433D8D1C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156" y="4548403"/>
            <a:ext cx="4010585" cy="64779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DFBB16C5-7459-A600-3043-C39BC8BF71C6}"/>
              </a:ext>
            </a:extLst>
          </p:cNvPr>
          <p:cNvSpPr txBox="1"/>
          <p:nvPr/>
        </p:nvSpPr>
        <p:spPr>
          <a:xfrm>
            <a:off x="8454980" y="3787232"/>
            <a:ext cx="2284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代数</a:t>
            </a:r>
            <a:r>
              <a:rPr lang="en-US" altLang="zh-CN" sz="2400" dirty="0" err="1"/>
              <a:t>Riccati</a:t>
            </a:r>
            <a:r>
              <a:rPr lang="zh-CN" altLang="en-US" sz="2400" dirty="0"/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4263307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3812" y="240335"/>
            <a:ext cx="6725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+mn-ea"/>
                <a:cs typeface="方正隶书_GBK" panose="02000000000000000000" charset="-122"/>
                <a:sym typeface="+mn-ea"/>
              </a:rPr>
              <a:t> </a:t>
            </a:r>
            <a:r>
              <a:rPr lang="zh-CN" altLang="en-US" sz="2800" b="1" dirty="0">
                <a:latin typeface="+mn-ea"/>
                <a:cs typeface="Times New Roman" panose="02020603050405020304" pitchFamily="18" charset="0"/>
                <a:sym typeface="+mn-ea"/>
              </a:rPr>
              <a:t>数值算例</a:t>
            </a:r>
            <a:endParaRPr lang="en-US" altLang="zh-CN" sz="2800" b="1" dirty="0">
              <a:effectLst/>
              <a:latin typeface="+mn-ea"/>
            </a:endParaRPr>
          </a:p>
        </p:txBody>
      </p:sp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983812" y="841246"/>
            <a:ext cx="4321652" cy="502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665" dirty="0"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结果对比</a:t>
            </a:r>
            <a:r>
              <a:rPr lang="en-US" altLang="zh-CN" sz="2665" dirty="0"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GADI</a:t>
            </a:r>
            <a:r>
              <a:rPr lang="zh-CN" altLang="en-US" sz="2665" dirty="0"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与</a:t>
            </a:r>
            <a:r>
              <a:rPr lang="en-US" altLang="zh-CN" sz="2665" dirty="0"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HSS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16BCFF5-F890-4F1D-2921-17BA2F5B8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94" y="1344012"/>
            <a:ext cx="7164913" cy="218533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E043F96-6016-E457-27A7-262FA6FC5833}"/>
              </a:ext>
            </a:extLst>
          </p:cNvPr>
          <p:cNvSpPr txBox="1"/>
          <p:nvPr/>
        </p:nvSpPr>
        <p:spPr>
          <a:xfrm>
            <a:off x="983812" y="3529344"/>
            <a:ext cx="2401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GPR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参数预测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635E47-DC85-0430-4626-73D5C6506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89" y="3991009"/>
            <a:ext cx="3876261" cy="251567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6BB871B-6C7B-569A-7C08-2057B19A0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340" y="4585857"/>
            <a:ext cx="6860130" cy="161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662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EC1BA-AD4E-0406-A925-9EE11AB2C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0BCB0E3-A1BF-DB4D-1A96-4E14F9653CF1}"/>
              </a:ext>
            </a:extLst>
          </p:cNvPr>
          <p:cNvSpPr txBox="1"/>
          <p:nvPr/>
        </p:nvSpPr>
        <p:spPr>
          <a:xfrm>
            <a:off x="983812" y="240335"/>
            <a:ext cx="6725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+mn-ea"/>
                <a:cs typeface="方正隶书_GBK" panose="02000000000000000000" charset="-122"/>
                <a:sym typeface="+mn-ea"/>
              </a:rPr>
              <a:t> </a:t>
            </a:r>
            <a:r>
              <a:rPr lang="zh-CN" altLang="en-US" sz="2800" b="1" dirty="0">
                <a:latin typeface="+mn-ea"/>
                <a:cs typeface="Times New Roman" panose="02020603050405020304" pitchFamily="18" charset="0"/>
                <a:sym typeface="+mn-ea"/>
              </a:rPr>
              <a:t>数值算例</a:t>
            </a:r>
            <a:endParaRPr lang="en-US" altLang="zh-CN" sz="2800" b="1" dirty="0">
              <a:effectLst/>
              <a:latin typeface="+mn-ea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A0856492-B9E5-5DA2-2A38-44413D5DB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811" y="841246"/>
            <a:ext cx="6157523" cy="5024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665" dirty="0"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混合精度</a:t>
            </a:r>
            <a:r>
              <a:rPr lang="en-US" altLang="zh-CN" sz="2665" dirty="0"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GADI</a:t>
            </a:r>
            <a:r>
              <a:rPr lang="zh-CN" altLang="en-US" sz="2665" dirty="0"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</a:rPr>
              <a:t>不同精度的收敛性</a:t>
            </a:r>
            <a:endParaRPr lang="en-US" altLang="zh-CN" sz="2665" dirty="0">
              <a:latin typeface="Times New Roman" panose="02020603050405020304" pitchFamily="18" charset="0"/>
              <a:ea typeface="华文楷体" panose="02010600040101010101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733A76A-B2EC-F468-9896-18A73C282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93" y="1421382"/>
            <a:ext cx="6253147" cy="471151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3109CE8-37B4-17E3-8BAA-BC07EA14B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706" y="1092468"/>
            <a:ext cx="3109443" cy="258607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B554529-8B0C-1286-7756-F8EC37E7F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1773" y="3777138"/>
            <a:ext cx="3314891" cy="246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622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3812" y="240335"/>
            <a:ext cx="6725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+mn-ea"/>
                <a:cs typeface="方正隶书_GBK" panose="02000000000000000000" charset="-122"/>
                <a:sym typeface="+mn-ea"/>
              </a:rPr>
              <a:t> </a:t>
            </a:r>
            <a:r>
              <a:rPr lang="zh-CN" altLang="en-US" sz="2800" b="1" dirty="0">
                <a:latin typeface="+mn-ea"/>
                <a:cs typeface="Times New Roman" panose="02020603050405020304" pitchFamily="18" charset="0"/>
                <a:sym typeface="+mn-ea"/>
              </a:rPr>
              <a:t>计算环境</a:t>
            </a:r>
            <a:endParaRPr lang="en-US" altLang="zh-CN" sz="2800" b="1" dirty="0">
              <a:effectLst/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3AD8FD-DB1D-7809-D7C5-69871B4A8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768" y="1705883"/>
            <a:ext cx="2794786" cy="4405142"/>
          </a:xfrm>
          <a:prstGeom prst="rect">
            <a:avLst/>
          </a:prstGeom>
        </p:spPr>
      </p:pic>
      <p:pic>
        <p:nvPicPr>
          <p:cNvPr id="1026" name="Picture 2" descr="Data Center Tesla V100 PCle">
            <a:extLst>
              <a:ext uri="{FF2B5EF4-FFF2-40B4-BE49-F238E27FC236}">
                <a16:creationId xmlns:a16="http://schemas.microsoft.com/office/drawing/2014/main" id="{A7ABCBE4-E995-1548-9E55-155F2FB77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763" y="2370093"/>
            <a:ext cx="3735751" cy="2201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86AC05F-2461-C68D-AA33-7AF8F5951F10}"/>
              </a:ext>
            </a:extLst>
          </p:cNvPr>
          <p:cNvSpPr txBox="1"/>
          <p:nvPr/>
        </p:nvSpPr>
        <p:spPr>
          <a:xfrm>
            <a:off x="1045029" y="1170652"/>
            <a:ext cx="39749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NVIDIA TESLA V100</a:t>
            </a:r>
            <a:endParaRPr lang="zh-CN" altLang="en-US" sz="32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35D8D0C-E159-5698-C68F-F0836790F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0124" y="1535999"/>
            <a:ext cx="4758744" cy="326119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74EDFF1-9A46-83EA-39B4-C1AAF28D1FAE}"/>
              </a:ext>
            </a:extLst>
          </p:cNvPr>
          <p:cNvSpPr txBox="1"/>
          <p:nvPr/>
        </p:nvSpPr>
        <p:spPr>
          <a:xfrm>
            <a:off x="9092484" y="1229932"/>
            <a:ext cx="1640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H100</a:t>
            </a:r>
            <a:r>
              <a:rPr lang="zh-CN" altLang="en-US" b="1" dirty="0"/>
              <a:t>计算能力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33981F-7BAE-516A-AC58-832AA2CB0680}"/>
              </a:ext>
            </a:extLst>
          </p:cNvPr>
          <p:cNvSpPr txBox="1"/>
          <p:nvPr/>
        </p:nvSpPr>
        <p:spPr>
          <a:xfrm>
            <a:off x="7642746" y="5240740"/>
            <a:ext cx="43861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半精度计算能力相较于双精度达到</a:t>
            </a:r>
            <a:r>
              <a:rPr lang="en-US" altLang="zh-CN" dirty="0"/>
              <a:t>50</a:t>
            </a:r>
            <a:r>
              <a:rPr lang="zh-CN" altLang="en-US" dirty="0"/>
              <a:t>倍以上，若能使用半精度混合精度计算，加速比例将会很可观。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37014C-9BF8-B2DC-DC03-77B07D566C26}"/>
              </a:ext>
            </a:extLst>
          </p:cNvPr>
          <p:cNvSpPr txBox="1"/>
          <p:nvPr/>
        </p:nvSpPr>
        <p:spPr>
          <a:xfrm>
            <a:off x="812711" y="537923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单双精度计算力比例为常见的</a:t>
            </a:r>
            <a:endParaRPr lang="en-US" altLang="zh-CN" dirty="0"/>
          </a:p>
          <a:p>
            <a:r>
              <a:rPr lang="zh-CN" altLang="en-US" dirty="0"/>
              <a:t>的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4661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3812" y="240335"/>
            <a:ext cx="6725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n-ea"/>
                <a:cs typeface="Times New Roman" panose="02020603050405020304" pitchFamily="18" charset="0"/>
                <a:sym typeface="+mn-ea"/>
              </a:rPr>
              <a:t>数值算例</a:t>
            </a:r>
            <a:endParaRPr lang="en-US" altLang="zh-CN" sz="2800" b="1" dirty="0">
              <a:effectLst/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E5776A-B5EB-6064-86C7-4EB8B1D71382}"/>
              </a:ext>
            </a:extLst>
          </p:cNvPr>
          <p:cNvSpPr txBox="1"/>
          <p:nvPr/>
        </p:nvSpPr>
        <p:spPr>
          <a:xfrm>
            <a:off x="665760" y="1129748"/>
            <a:ext cx="10293788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在</a:t>
            </a:r>
            <a:r>
              <a:rPr lang="en-US" altLang="zh-CN" sz="2800" dirty="0"/>
              <a:t>Tesla V100</a:t>
            </a:r>
            <a:r>
              <a:rPr lang="zh-CN" altLang="en-US" sz="2800" dirty="0"/>
              <a:t>上测试混合精度</a:t>
            </a:r>
            <a:r>
              <a:rPr lang="en-US" altLang="zh-CN" sz="2800" dirty="0"/>
              <a:t>GADI</a:t>
            </a:r>
            <a:r>
              <a:rPr lang="zh-CN" altLang="en-US" sz="2800" dirty="0"/>
              <a:t>迭代算法，仅使用</a:t>
            </a:r>
            <a:r>
              <a:rPr lang="en-US" altLang="zh-CN" sz="2800" dirty="0"/>
              <a:t>fp32</a:t>
            </a:r>
            <a:r>
              <a:rPr lang="zh-CN" altLang="en-US" sz="2800" dirty="0"/>
              <a:t>与</a:t>
            </a:r>
            <a:r>
              <a:rPr lang="en-US" altLang="zh-CN" sz="2800" dirty="0"/>
              <a:t>fp64</a:t>
            </a:r>
            <a:r>
              <a:rPr lang="zh-CN" altLang="en-US" sz="2800" dirty="0"/>
              <a:t>进行计算，可以获得</a:t>
            </a:r>
            <a:r>
              <a:rPr lang="en-US" altLang="zh-CN" sz="2800" dirty="0"/>
              <a:t>1.6</a:t>
            </a:r>
            <a:r>
              <a:rPr lang="zh-CN" altLang="en-US" sz="2800" dirty="0"/>
              <a:t>倍左右的加速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1D59AFE-E729-DFAC-B3FE-4C9F7929A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833" y="2506406"/>
            <a:ext cx="4534108" cy="36998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3812" y="240335"/>
            <a:ext cx="6725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n-ea"/>
                <a:cs typeface="Times New Roman" panose="02020603050405020304" pitchFamily="18" charset="0"/>
                <a:sym typeface="+mn-ea"/>
              </a:rPr>
              <a:t>低精度参数预测</a:t>
            </a:r>
            <a:endParaRPr lang="en-US" altLang="zh-CN" sz="2800" b="1" dirty="0">
              <a:effectLst/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30CF61-B27C-2690-99A2-87CE03771F4B}"/>
              </a:ext>
            </a:extLst>
          </p:cNvPr>
          <p:cNvSpPr txBox="1"/>
          <p:nvPr/>
        </p:nvSpPr>
        <p:spPr>
          <a:xfrm>
            <a:off x="983812" y="1271836"/>
            <a:ext cx="729558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800" dirty="0"/>
              <a:t>低精度遍历小型系统的最优参数构造训练集</a:t>
            </a:r>
            <a:endParaRPr lang="en-US" altLang="zh-CN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800" dirty="0"/>
              <a:t>低精度进行</a:t>
            </a:r>
            <a:r>
              <a:rPr lang="en-US" altLang="zh-CN" sz="2800" dirty="0"/>
              <a:t>GPR</a:t>
            </a:r>
            <a:r>
              <a:rPr lang="zh-CN" altLang="en-US" sz="2800" dirty="0"/>
              <a:t>参数预测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36425BC-3E87-7BAF-4FBD-D3257E1F2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38" y="3524796"/>
            <a:ext cx="6938012" cy="176581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1989F77-D9BA-08B0-FCFD-7825E4674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086" y="3070486"/>
            <a:ext cx="3876261" cy="251567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3812" y="240335"/>
            <a:ext cx="644883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华文楷体" panose="02010600040101010101" charset="-122"/>
                <a:ea typeface="华文楷体" panose="02010600040101010101" charset="-122"/>
                <a:cs typeface="方正隶书_GBK" panose="02000000000000000000" charset="-122"/>
                <a:sym typeface="+mn-ea"/>
              </a:rPr>
              <a:t> </a:t>
            </a:r>
            <a:r>
              <a:rPr lang="zh-CN" altLang="en-US" sz="2800" b="1" dirty="0">
                <a:cs typeface="Arial" panose="020B0604020202020204" pitchFamily="34" charset="0"/>
              </a:rPr>
              <a:t>不足与困难</a:t>
            </a:r>
            <a:endParaRPr lang="zh-CN" altLang="en-US" sz="2800" b="1" dirty="0">
              <a:latin typeface="华文楷体" panose="02010600040101010101" charset="-122"/>
              <a:ea typeface="华文楷体" panose="02010600040101010101" charset="-122"/>
              <a:cs typeface="方正隶书_GBK" panose="02000000000000000000" charset="-122"/>
              <a:sym typeface="+mn-ea"/>
            </a:endParaRPr>
          </a:p>
        </p:txBody>
      </p:sp>
      <p:sp>
        <p:nvSpPr>
          <p:cNvPr id="11" name="矩形 14"/>
          <p:cNvSpPr>
            <a:spLocks noChangeArrowheads="1"/>
          </p:cNvSpPr>
          <p:nvPr/>
        </p:nvSpPr>
        <p:spPr bwMode="auto">
          <a:xfrm>
            <a:off x="983812" y="1120161"/>
            <a:ext cx="11373407" cy="24186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defTabSz="514350" eaLnBrk="0" hangingPunct="0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参数预测所选择的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α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与混合精度所需的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α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不能统一，无法同时利用两种方法的优势</a:t>
            </a:r>
            <a:endParaRPr lang="en-US" altLang="zh-CN" sz="32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charset="-122"/>
              <a:cs typeface="Times New Roman" panose="02020603050405020304" pitchFamily="18" charset="0"/>
              <a:sym typeface="+mn-ea"/>
            </a:endParaRPr>
          </a:p>
          <a:p>
            <a:pPr marL="342900" indent="-342900" defTabSz="514350" eaLnBrk="0" hangingPunct="0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混合精度计算时大的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α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charset="-122"/>
                <a:cs typeface="Times New Roman" panose="02020603050405020304" pitchFamily="18" charset="0"/>
                <a:sym typeface="+mn-ea"/>
              </a:rPr>
              <a:t>虽然能保证收敛性，但是可能会增加迭代次数</a:t>
            </a:r>
            <a:endParaRPr lang="en-US" altLang="zh-CN" sz="32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849811-A219-D565-2681-2A1FC1F62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691" y="3159473"/>
            <a:ext cx="5644806" cy="336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230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84EB0-2CB1-ABD1-28A9-6C0418232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B6365F8-B1E3-DF4B-B7CE-CF5B1A8FF91C}"/>
              </a:ext>
            </a:extLst>
          </p:cNvPr>
          <p:cNvSpPr txBox="1"/>
          <p:nvPr/>
        </p:nvSpPr>
        <p:spPr>
          <a:xfrm>
            <a:off x="983812" y="240335"/>
            <a:ext cx="644883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华文楷体" panose="02010600040101010101" charset="-122"/>
                <a:ea typeface="华文楷体" panose="02010600040101010101" charset="-122"/>
                <a:cs typeface="方正隶书_GBK" panose="02000000000000000000" charset="-122"/>
                <a:sym typeface="+mn-ea"/>
              </a:rPr>
              <a:t> </a:t>
            </a:r>
            <a:r>
              <a:rPr lang="zh-CN" altLang="en-US" sz="2800" b="1" dirty="0">
                <a:cs typeface="Arial" panose="020B0604020202020204" pitchFamily="34" charset="0"/>
              </a:rPr>
              <a:t>其他工作</a:t>
            </a:r>
            <a:endParaRPr lang="zh-CN" altLang="en-US" sz="2800" b="1" dirty="0">
              <a:latin typeface="华文楷体" panose="02010600040101010101" charset="-122"/>
              <a:ea typeface="华文楷体" panose="02010600040101010101" charset="-122"/>
              <a:cs typeface="方正隶书_GBK" panose="02000000000000000000" charset="-122"/>
              <a:sym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BD7E4F5-D130-F150-5B54-76AD152B8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467" y="1384781"/>
            <a:ext cx="2611654" cy="2044219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88AB0E71-100F-90AE-5464-3351FA57E916}"/>
              </a:ext>
            </a:extLst>
          </p:cNvPr>
          <p:cNvSpPr txBox="1">
            <a:spLocks/>
          </p:cNvSpPr>
          <p:nvPr/>
        </p:nvSpPr>
        <p:spPr>
          <a:xfrm>
            <a:off x="2899625" y="281791"/>
            <a:ext cx="7457583" cy="5328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/>
              <a:t>混合精度加速晶体计算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AEA3BD-2BAB-9A50-BC23-4E682A271698}"/>
              </a:ext>
            </a:extLst>
          </p:cNvPr>
          <p:cNvSpPr txBox="1"/>
          <p:nvPr/>
        </p:nvSpPr>
        <p:spPr>
          <a:xfrm>
            <a:off x="838199" y="1165896"/>
            <a:ext cx="43389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自适应加速</a:t>
            </a:r>
            <a:r>
              <a:rPr lang="en-US" altLang="zh-CN" dirty="0"/>
              <a:t>Bregman</a:t>
            </a:r>
            <a:r>
              <a:rPr lang="zh-CN" altLang="en-US" dirty="0"/>
              <a:t>近端梯度法（</a:t>
            </a:r>
            <a:r>
              <a:rPr lang="en-US" altLang="zh-CN" dirty="0"/>
              <a:t>AA-BPG</a:t>
            </a:r>
            <a:r>
              <a:rPr lang="zh-CN" altLang="en-US" dirty="0"/>
              <a:t>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E3CC42-2586-C30D-AD8A-9FCD4621507F}"/>
              </a:ext>
            </a:extLst>
          </p:cNvPr>
          <p:cNvSpPr txBox="1"/>
          <p:nvPr/>
        </p:nvSpPr>
        <p:spPr>
          <a:xfrm>
            <a:off x="747141" y="3541437"/>
            <a:ext cx="442031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使用混合精度进一步加速</a:t>
            </a:r>
            <a:r>
              <a:rPr lang="en-US" altLang="zh-CN" sz="2000" dirty="0"/>
              <a:t>AA-BPG</a:t>
            </a:r>
            <a:r>
              <a:rPr lang="zh-CN" altLang="en-US" sz="2000" dirty="0"/>
              <a:t>迭代：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整个</a:t>
            </a:r>
            <a:r>
              <a:rPr lang="en-US" altLang="zh-CN" sz="2000" dirty="0"/>
              <a:t>AA-BPG</a:t>
            </a:r>
            <a:r>
              <a:rPr lang="zh-CN" altLang="en-US" sz="2000" dirty="0"/>
              <a:t>计算量集中在计算（</a:t>
            </a:r>
            <a:r>
              <a:rPr lang="en-US" altLang="zh-CN" sz="2000" dirty="0"/>
              <a:t>3.5</a:t>
            </a:r>
            <a:r>
              <a:rPr lang="zh-CN" altLang="en-US" sz="2000" dirty="0"/>
              <a:t>）的部分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使用混合精度对（</a:t>
            </a:r>
            <a:r>
              <a:rPr lang="en-US" altLang="zh-CN" sz="2000" dirty="0"/>
              <a:t>3.5</a:t>
            </a:r>
            <a:r>
              <a:rPr lang="zh-CN" altLang="en-US" sz="2000" dirty="0"/>
              <a:t>）的半隐迭代加速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其他部分（</a:t>
            </a:r>
            <a:r>
              <a:rPr lang="en-US" altLang="zh-CN" sz="2000" dirty="0"/>
              <a:t>LV1</a:t>
            </a:r>
            <a:r>
              <a:rPr lang="zh-CN" altLang="en-US" sz="2000" dirty="0"/>
              <a:t>运算）保持高精度，防止有效数字丢失以及</a:t>
            </a:r>
            <a:r>
              <a:rPr lang="en-US" altLang="zh-CN" sz="2000" dirty="0"/>
              <a:t>if</a:t>
            </a:r>
            <a:r>
              <a:rPr lang="zh-CN" altLang="en-US" sz="2000" dirty="0"/>
              <a:t>判断失效等问题</a:t>
            </a:r>
            <a:endParaRPr lang="en-US" altLang="zh-CN" sz="2000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CEF1E1F7-552B-21C3-3DDD-D2A2638A14C7}"/>
              </a:ext>
            </a:extLst>
          </p:cNvPr>
          <p:cNvSpPr/>
          <p:nvPr/>
        </p:nvSpPr>
        <p:spPr>
          <a:xfrm rot="21034517">
            <a:off x="4703552" y="2624789"/>
            <a:ext cx="758503" cy="123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594F8F0-6EFE-BFBD-781E-A8D1EF69054A}"/>
              </a:ext>
            </a:extLst>
          </p:cNvPr>
          <p:cNvSpPr txBox="1"/>
          <p:nvPr/>
        </p:nvSpPr>
        <p:spPr>
          <a:xfrm>
            <a:off x="5537034" y="6123542"/>
            <a:ext cx="3464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数值实验与误差分析进行中</a:t>
            </a:r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A4C14C-F29E-15BF-6908-310AE1ED2E3B}"/>
              </a:ext>
            </a:extLst>
          </p:cNvPr>
          <p:cNvSpPr/>
          <p:nvPr/>
        </p:nvSpPr>
        <p:spPr>
          <a:xfrm>
            <a:off x="5949669" y="2195877"/>
            <a:ext cx="1357496" cy="8745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FF3FA5D-E17D-EFC8-9801-D415EE21F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11" y="1518965"/>
            <a:ext cx="3212137" cy="198582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0035E92-1E9A-AD3E-6B0C-C7A96C00E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039" y="1233927"/>
            <a:ext cx="2530237" cy="2116598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D6DF60E3-6BE0-41A5-B31B-F3DF661F3EEA}"/>
              </a:ext>
            </a:extLst>
          </p:cNvPr>
          <p:cNvSpPr/>
          <p:nvPr/>
        </p:nvSpPr>
        <p:spPr>
          <a:xfrm>
            <a:off x="9067383" y="1994759"/>
            <a:ext cx="1270795" cy="17605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848B475-002E-79EE-33F9-BA15D2AAF69A}"/>
              </a:ext>
            </a:extLst>
          </p:cNvPr>
          <p:cNvCxnSpPr>
            <a:cxnSpLocks/>
          </p:cNvCxnSpPr>
          <p:nvPr/>
        </p:nvCxnSpPr>
        <p:spPr>
          <a:xfrm flipH="1">
            <a:off x="9599399" y="2177964"/>
            <a:ext cx="293658" cy="15185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4000217-249A-1995-00C7-D00F61C860E7}"/>
              </a:ext>
            </a:extLst>
          </p:cNvPr>
          <p:cNvCxnSpPr>
            <a:cxnSpLocks/>
          </p:cNvCxnSpPr>
          <p:nvPr/>
        </p:nvCxnSpPr>
        <p:spPr>
          <a:xfrm flipV="1">
            <a:off x="7320723" y="2170813"/>
            <a:ext cx="816166" cy="88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4BE9757-BB30-8567-3AA7-74AEA6D1D7FC}"/>
              </a:ext>
            </a:extLst>
          </p:cNvPr>
          <p:cNvCxnSpPr>
            <a:cxnSpLocks/>
          </p:cNvCxnSpPr>
          <p:nvPr/>
        </p:nvCxnSpPr>
        <p:spPr>
          <a:xfrm>
            <a:off x="9301162" y="4523464"/>
            <a:ext cx="0" cy="200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BC2248E6-2A66-3F16-93E2-6E51491D5BA7}"/>
              </a:ext>
            </a:extLst>
          </p:cNvPr>
          <p:cNvSpPr/>
          <p:nvPr/>
        </p:nvSpPr>
        <p:spPr>
          <a:xfrm>
            <a:off x="5949668" y="2330563"/>
            <a:ext cx="1147167" cy="11242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32B94C3-AEAA-EB19-422F-7ED6A5D7819A}"/>
              </a:ext>
            </a:extLst>
          </p:cNvPr>
          <p:cNvCxnSpPr>
            <a:cxnSpLocks/>
          </p:cNvCxnSpPr>
          <p:nvPr/>
        </p:nvCxnSpPr>
        <p:spPr>
          <a:xfrm>
            <a:off x="7112979" y="2421779"/>
            <a:ext cx="905216" cy="11730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833069F9-46A0-BB39-949B-9E70194CCC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1667" y="4530615"/>
            <a:ext cx="3843516" cy="151271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AEA4D11-B0F4-806E-C060-5D42B07569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6221" y="3776756"/>
            <a:ext cx="5731554" cy="56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86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8890" y="2649855"/>
            <a:ext cx="121831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方正隶书_GBK" panose="02000000000000000000" charset="-122"/>
              </a:rPr>
              <a:t>Thanks for your attention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方正隶书_GBK" panose="02000000000000000000" charset="-122"/>
              </a:rPr>
              <a:t>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1e7df6f-3aa2-4362-99ad-b7da9928dc74"/>
  <p:tag name="COMMONDATA" val="eyJoZGlkIjoiNjQ4NzMwNjU5ODRlNDYyYWFmMGVjYjc5MGFkMDU2Zj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4.1161417322835,&quot;left&quot;:121.49929133858272,&quot;top&quot;:82.1,&quot;width&quot;:777.100708661417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4.1161417322835,&quot;left&quot;:121.49929133858272,&quot;top&quot;:82.1,&quot;width&quot;:777.100708661417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4.1161417322835,&quot;left&quot;:121.49929133858272,&quot;top&quot;:82.1,&quot;width&quot;:777.100708661417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4.1161417322835,&quot;left&quot;:121.49929133858272,&quot;top&quot;:82.1,&quot;width&quot;:777.100708661417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4.1161417322835,&quot;left&quot;:121.49929133858272,&quot;top&quot;:82.1,&quot;width&quot;:777.100708661417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4.1161417322835,&quot;left&quot;:121.49929133858272,&quot;top&quot;:82.1,&quot;width&quot;:777.100708661417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4.1161417322835,&quot;left&quot;:121.49929133858272,&quot;top&quot;:82.1,&quot;width&quot;:777.100708661417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4.1161417322835,&quot;left&quot;:121.49929133858272,&quot;top&quot;:82.1,&quot;width&quot;:777.100708661417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4.1161417322835,&quot;left&quot;:121.49929133858272,&quot;top&quot;:82.1,&quot;width&quot;:777.100708661417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4.1161417322835,&quot;left&quot;:121.49929133858272,&quot;top&quot;:82.1,&quot;width&quot;:777.100708661417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4.1161417322835,&quot;left&quot;:121.49929133858272,&quot;top&quot;:82.1,&quot;width&quot;:777.100708661417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4.1161417322835,&quot;left&quot;:121.49929133858272,&quot;top&quot;:82.1,&quot;width&quot;:777.1007086614172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1486</TotalTime>
  <Words>666</Words>
  <Application>Microsoft Office PowerPoint</Application>
  <PresentationFormat>宽屏</PresentationFormat>
  <Paragraphs>75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等线</vt:lpstr>
      <vt:lpstr>方正隶书_GBK</vt:lpstr>
      <vt:lpstr>华文楷体</vt:lpstr>
      <vt:lpstr>微软雅黑</vt:lpstr>
      <vt:lpstr>Arial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继峰 葛</cp:lastModifiedBy>
  <cp:revision>881</cp:revision>
  <dcterms:created xsi:type="dcterms:W3CDTF">2023-04-06T07:10:00Z</dcterms:created>
  <dcterms:modified xsi:type="dcterms:W3CDTF">2025-03-29T06:27:27Z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C9A4FA7FD6EE41B0BE14EB4A8A77C18D_12</vt:lpwstr>
  </property>
  <property fmtid="{D5CDD505-2E9C-101B-9397-08002B2CF9AE}" pid="3" name="KSOProductBuildVer">
    <vt:lpwstr>2052-11.1.0.12165</vt:lpwstr>
  </property>
</Properties>
</file>